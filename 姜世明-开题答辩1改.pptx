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4.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5.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6.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notesSlides/notesSlide15.xml" ContentType="application/vnd.openxmlformats-officedocument.presentationml.notesSlide+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notesSlides/notesSlide18.xml" ContentType="application/vnd.openxmlformats-officedocument.presentationml.notesSlide+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175.xml" ContentType="application/vnd.openxmlformats-officedocument.presentationml.tags+xml"/>
  <Override PartName="/ppt/notesSlides/notesSlide24.xml" ContentType="application/vnd.openxmlformats-officedocument.presentationml.notesSlide+xml"/>
  <Override PartName="/ppt/tags/tag176.xml" ContentType="application/vnd.openxmlformats-officedocument.presentationml.tags+xml"/>
  <Override PartName="/ppt/tags/tag177.xml" ContentType="application/vnd.openxmlformats-officedocument.presentationml.tags+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7"/>
  </p:notesMasterIdLst>
  <p:sldIdLst>
    <p:sldId id="257" r:id="rId2"/>
    <p:sldId id="258" r:id="rId3"/>
    <p:sldId id="264" r:id="rId4"/>
    <p:sldId id="260" r:id="rId5"/>
    <p:sldId id="314" r:id="rId6"/>
    <p:sldId id="320" r:id="rId7"/>
    <p:sldId id="339" r:id="rId8"/>
    <p:sldId id="336" r:id="rId9"/>
    <p:sldId id="307" r:id="rId10"/>
    <p:sldId id="308" r:id="rId11"/>
    <p:sldId id="323" r:id="rId12"/>
    <p:sldId id="328" r:id="rId13"/>
    <p:sldId id="329" r:id="rId14"/>
    <p:sldId id="330" r:id="rId15"/>
    <p:sldId id="324" r:id="rId16"/>
    <p:sldId id="331" r:id="rId17"/>
    <p:sldId id="325" r:id="rId18"/>
    <p:sldId id="333" r:id="rId19"/>
    <p:sldId id="334" r:id="rId20"/>
    <p:sldId id="326" r:id="rId21"/>
    <p:sldId id="335" r:id="rId22"/>
    <p:sldId id="310" r:id="rId23"/>
    <p:sldId id="337" r:id="rId24"/>
    <p:sldId id="311" r:id="rId25"/>
    <p:sldId id="291" r:id="rId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EA2"/>
    <a:srgbClr val="2D2F45"/>
    <a:srgbClr val="ADC3DB"/>
    <a:srgbClr val="75B6E5"/>
    <a:srgbClr val="FFFFFF"/>
    <a:srgbClr val="D9D9D9"/>
    <a:srgbClr val="009DD9"/>
    <a:srgbClr val="0070C0"/>
    <a:srgbClr val="9CC5FD"/>
    <a:srgbClr val="52525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27C59A-ACAB-441B-A52A-60F80FC54AC0}" v="833" dt="2025-09-24T00:41:30.485"/>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80159" autoAdjust="0"/>
  </p:normalViewPr>
  <p:slideViewPr>
    <p:cSldViewPr snapToGrid="0">
      <p:cViewPr varScale="1">
        <p:scale>
          <a:sx n="95" d="100"/>
          <a:sy n="95" d="100"/>
        </p:scale>
        <p:origin x="1402" y="5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 Per il Vento che Ti Amo" userId="8ca566be-5c37-46af-ac14-024a889886ae" providerId="ADAL" clId="{8F754675-C9C9-49CD-AB2C-34831EDBC64A}"/>
    <pc:docChg chg="undo redo custSel modSld">
      <pc:chgData name="J Per il Vento che Ti Amo" userId="8ca566be-5c37-46af-ac14-024a889886ae" providerId="ADAL" clId="{8F754675-C9C9-49CD-AB2C-34831EDBC64A}" dt="2025-09-24T00:41:30.485" v="1350"/>
      <pc:docMkLst>
        <pc:docMk/>
      </pc:docMkLst>
      <pc:sldChg chg="modSp mod">
        <pc:chgData name="J Per il Vento che Ti Amo" userId="8ca566be-5c37-46af-ac14-024a889886ae" providerId="ADAL" clId="{8F754675-C9C9-49CD-AB2C-34831EDBC64A}" dt="2025-09-18T13:40:35.681" v="156" actId="207"/>
        <pc:sldMkLst>
          <pc:docMk/>
          <pc:sldMk cId="0" sldId="257"/>
        </pc:sldMkLst>
        <pc:spChg chg="mod">
          <ac:chgData name="J Per il Vento che Ti Amo" userId="8ca566be-5c37-46af-ac14-024a889886ae" providerId="ADAL" clId="{8F754675-C9C9-49CD-AB2C-34831EDBC64A}" dt="2025-09-18T13:40:35.681" v="156" actId="207"/>
          <ac:spMkLst>
            <pc:docMk/>
            <pc:sldMk cId="0" sldId="257"/>
            <ac:spMk id="16" creationId="{00000000-0000-0000-0000-000000000000}"/>
          </ac:spMkLst>
        </pc:spChg>
      </pc:sldChg>
      <pc:sldChg chg="modSp mod">
        <pc:chgData name="J Per il Vento che Ti Amo" userId="8ca566be-5c37-46af-ac14-024a889886ae" providerId="ADAL" clId="{8F754675-C9C9-49CD-AB2C-34831EDBC64A}" dt="2025-09-23T13:22:13.235" v="1329" actId="1036"/>
        <pc:sldMkLst>
          <pc:docMk/>
          <pc:sldMk cId="0" sldId="258"/>
        </pc:sldMkLst>
        <pc:grpChg chg="mod">
          <ac:chgData name="J Per il Vento che Ti Amo" userId="8ca566be-5c37-46af-ac14-024a889886ae" providerId="ADAL" clId="{8F754675-C9C9-49CD-AB2C-34831EDBC64A}" dt="2025-09-23T13:22:13.235" v="1329" actId="1036"/>
          <ac:grpSpMkLst>
            <pc:docMk/>
            <pc:sldMk cId="0" sldId="258"/>
            <ac:grpSpMk id="5" creationId="{00000000-0000-0000-0000-000000000000}"/>
          </ac:grpSpMkLst>
        </pc:grpChg>
        <pc:grpChg chg="mod">
          <ac:chgData name="J Per il Vento che Ti Amo" userId="8ca566be-5c37-46af-ac14-024a889886ae" providerId="ADAL" clId="{8F754675-C9C9-49CD-AB2C-34831EDBC64A}" dt="2025-09-23T13:22:13.235" v="1329" actId="1036"/>
          <ac:grpSpMkLst>
            <pc:docMk/>
            <pc:sldMk cId="0" sldId="258"/>
            <ac:grpSpMk id="6" creationId="{00000000-0000-0000-0000-000000000000}"/>
          </ac:grpSpMkLst>
        </pc:grpChg>
        <pc:grpChg chg="mod">
          <ac:chgData name="J Per il Vento che Ti Amo" userId="8ca566be-5c37-46af-ac14-024a889886ae" providerId="ADAL" clId="{8F754675-C9C9-49CD-AB2C-34831EDBC64A}" dt="2025-09-23T13:22:13.235" v="1329" actId="1036"/>
          <ac:grpSpMkLst>
            <pc:docMk/>
            <pc:sldMk cId="0" sldId="258"/>
            <ac:grpSpMk id="7" creationId="{00000000-0000-0000-0000-000000000000}"/>
          </ac:grpSpMkLst>
        </pc:grpChg>
        <pc:grpChg chg="mod">
          <ac:chgData name="J Per il Vento che Ti Amo" userId="8ca566be-5c37-46af-ac14-024a889886ae" providerId="ADAL" clId="{8F754675-C9C9-49CD-AB2C-34831EDBC64A}" dt="2025-09-23T13:22:13.235" v="1329" actId="1036"/>
          <ac:grpSpMkLst>
            <pc:docMk/>
            <pc:sldMk cId="0" sldId="258"/>
            <ac:grpSpMk id="8" creationId="{00000000-0000-0000-0000-000000000000}"/>
          </ac:grpSpMkLst>
        </pc:grpChg>
      </pc:sldChg>
      <pc:sldChg chg="modSp mod modNotesTx">
        <pc:chgData name="J Per il Vento che Ti Amo" userId="8ca566be-5c37-46af-ac14-024a889886ae" providerId="ADAL" clId="{8F754675-C9C9-49CD-AB2C-34831EDBC64A}" dt="2025-09-23T13:32:31.406" v="1330" actId="20577"/>
        <pc:sldMkLst>
          <pc:docMk/>
          <pc:sldMk cId="0" sldId="260"/>
        </pc:sldMkLst>
        <pc:spChg chg="mod">
          <ac:chgData name="J Per il Vento che Ti Amo" userId="8ca566be-5c37-46af-ac14-024a889886ae" providerId="ADAL" clId="{8F754675-C9C9-49CD-AB2C-34831EDBC64A}" dt="2025-09-11T06:31:43.800" v="140" actId="14861"/>
          <ac:spMkLst>
            <pc:docMk/>
            <pc:sldMk cId="0" sldId="260"/>
            <ac:spMk id="13" creationId="{00000000-0000-0000-0000-000000000000}"/>
          </ac:spMkLst>
        </pc:spChg>
        <pc:spChg chg="mod">
          <ac:chgData name="J Per il Vento che Ti Amo" userId="8ca566be-5c37-46af-ac14-024a889886ae" providerId="ADAL" clId="{8F754675-C9C9-49CD-AB2C-34831EDBC64A}" dt="2025-09-11T06:31:43.800" v="140" actId="14861"/>
          <ac:spMkLst>
            <pc:docMk/>
            <pc:sldMk cId="0" sldId="260"/>
            <ac:spMk id="14" creationId="{00000000-0000-0000-0000-000000000000}"/>
          </ac:spMkLst>
        </pc:spChg>
        <pc:spChg chg="mod">
          <ac:chgData name="J Per il Vento che Ti Amo" userId="8ca566be-5c37-46af-ac14-024a889886ae" providerId="ADAL" clId="{8F754675-C9C9-49CD-AB2C-34831EDBC64A}" dt="2025-09-23T02:32:37.946" v="157" actId="1076"/>
          <ac:spMkLst>
            <pc:docMk/>
            <pc:sldMk cId="0" sldId="260"/>
            <ac:spMk id="17" creationId="{00000000-0000-0000-0000-000000000000}"/>
          </ac:spMkLst>
        </pc:spChg>
        <pc:spChg chg="mod">
          <ac:chgData name="J Per il Vento che Ti Amo" userId="8ca566be-5c37-46af-ac14-024a889886ae" providerId="ADAL" clId="{8F754675-C9C9-49CD-AB2C-34831EDBC64A}" dt="2025-09-23T02:32:43.425" v="158" actId="1076"/>
          <ac:spMkLst>
            <pc:docMk/>
            <pc:sldMk cId="0" sldId="260"/>
            <ac:spMk id="18" creationId="{00000000-0000-0000-0000-000000000000}"/>
          </ac:spMkLst>
        </pc:spChg>
      </pc:sldChg>
      <pc:sldChg chg="modNotesTx">
        <pc:chgData name="J Per il Vento che Ti Amo" userId="8ca566be-5c37-46af-ac14-024a889886ae" providerId="ADAL" clId="{8F754675-C9C9-49CD-AB2C-34831EDBC64A}" dt="2025-09-23T12:54:07.621" v="1299" actId="20577"/>
        <pc:sldMkLst>
          <pc:docMk/>
          <pc:sldMk cId="0" sldId="291"/>
        </pc:sldMkLst>
      </pc:sldChg>
      <pc:sldChg chg="modSp modNotesTx">
        <pc:chgData name="J Per il Vento che Ti Amo" userId="8ca566be-5c37-46af-ac14-024a889886ae" providerId="ADAL" clId="{8F754675-C9C9-49CD-AB2C-34831EDBC64A}" dt="2025-09-23T13:38:07.966" v="1338" actId="20577"/>
        <pc:sldMkLst>
          <pc:docMk/>
          <pc:sldMk cId="0" sldId="307"/>
        </pc:sldMkLst>
        <pc:grpChg chg="mod">
          <ac:chgData name="J Per il Vento che Ti Amo" userId="8ca566be-5c37-46af-ac14-024a889886ae" providerId="ADAL" clId="{8F754675-C9C9-49CD-AB2C-34831EDBC64A}" dt="2025-09-11T06:33:16.999" v="145" actId="14861"/>
          <ac:grpSpMkLst>
            <pc:docMk/>
            <pc:sldMk cId="0" sldId="307"/>
            <ac:grpSpMk id="2" creationId="{00000000-0000-0000-0000-000000000000}"/>
          </ac:grpSpMkLst>
        </pc:grpChg>
      </pc:sldChg>
      <pc:sldChg chg="modSp modNotes modNotesTx">
        <pc:chgData name="J Per il Vento che Ti Amo" userId="8ca566be-5c37-46af-ac14-024a889886ae" providerId="ADAL" clId="{8F754675-C9C9-49CD-AB2C-34831EDBC64A}" dt="2025-09-23T13:39:25.594" v="1341" actId="20577"/>
        <pc:sldMkLst>
          <pc:docMk/>
          <pc:sldMk cId="0" sldId="308"/>
        </pc:sldMkLst>
        <pc:graphicFrameChg chg="mod">
          <ac:chgData name="J Per il Vento che Ti Amo" userId="8ca566be-5c37-46af-ac14-024a889886ae" providerId="ADAL" clId="{8F754675-C9C9-49CD-AB2C-34831EDBC64A}" dt="2025-09-11T06:30:54.763" v="136" actId="14861"/>
          <ac:graphicFrameMkLst>
            <pc:docMk/>
            <pc:sldMk cId="0" sldId="308"/>
            <ac:graphicFrameMk id="6" creationId="{00000000-0000-0000-0000-000000000000}"/>
          </ac:graphicFrameMkLst>
        </pc:graphicFrameChg>
        <pc:picChg chg="mod">
          <ac:chgData name="J Per il Vento che Ti Amo" userId="8ca566be-5c37-46af-ac14-024a889886ae" providerId="ADAL" clId="{8F754675-C9C9-49CD-AB2C-34831EDBC64A}" dt="2025-09-11T06:31:06.698" v="137" actId="14861"/>
          <ac:picMkLst>
            <pc:docMk/>
            <pc:sldMk cId="0" sldId="308"/>
            <ac:picMk id="1047" creationId="{00000000-0000-0000-0000-000000000000}"/>
          </ac:picMkLst>
        </pc:picChg>
        <pc:picChg chg="mod">
          <ac:chgData name="J Per il Vento che Ti Amo" userId="8ca566be-5c37-46af-ac14-024a889886ae" providerId="ADAL" clId="{8F754675-C9C9-49CD-AB2C-34831EDBC64A}" dt="2025-09-11T06:31:06.698" v="137" actId="14861"/>
          <ac:picMkLst>
            <pc:docMk/>
            <pc:sldMk cId="0" sldId="308"/>
            <ac:picMk id="1048" creationId="{00000000-0000-0000-0000-000000000000}"/>
          </ac:picMkLst>
        </pc:picChg>
        <pc:picChg chg="mod">
          <ac:chgData name="J Per il Vento che Ti Amo" userId="8ca566be-5c37-46af-ac14-024a889886ae" providerId="ADAL" clId="{8F754675-C9C9-49CD-AB2C-34831EDBC64A}" dt="2025-09-11T06:31:06.698" v="137" actId="14861"/>
          <ac:picMkLst>
            <pc:docMk/>
            <pc:sldMk cId="0" sldId="308"/>
            <ac:picMk id="1049" creationId="{00000000-0000-0000-0000-000000000000}"/>
          </ac:picMkLst>
        </pc:picChg>
        <pc:picChg chg="mod">
          <ac:chgData name="J Per il Vento che Ti Amo" userId="8ca566be-5c37-46af-ac14-024a889886ae" providerId="ADAL" clId="{8F754675-C9C9-49CD-AB2C-34831EDBC64A}" dt="2025-09-11T06:31:06.698" v="137" actId="14861"/>
          <ac:picMkLst>
            <pc:docMk/>
            <pc:sldMk cId="0" sldId="308"/>
            <ac:picMk id="1050" creationId="{00000000-0000-0000-0000-000000000000}"/>
          </ac:picMkLst>
        </pc:picChg>
        <pc:picChg chg="mod">
          <ac:chgData name="J Per il Vento che Ti Amo" userId="8ca566be-5c37-46af-ac14-024a889886ae" providerId="ADAL" clId="{8F754675-C9C9-49CD-AB2C-34831EDBC64A}" dt="2025-09-11T06:31:06.698" v="137" actId="14861"/>
          <ac:picMkLst>
            <pc:docMk/>
            <pc:sldMk cId="0" sldId="308"/>
            <ac:picMk id="1051" creationId="{00000000-0000-0000-0000-000000000000}"/>
          </ac:picMkLst>
        </pc:picChg>
        <pc:picChg chg="mod">
          <ac:chgData name="J Per il Vento che Ti Amo" userId="8ca566be-5c37-46af-ac14-024a889886ae" providerId="ADAL" clId="{8F754675-C9C9-49CD-AB2C-34831EDBC64A}" dt="2025-09-11T06:31:06.698" v="137" actId="14861"/>
          <ac:picMkLst>
            <pc:docMk/>
            <pc:sldMk cId="0" sldId="308"/>
            <ac:picMk id="1052" creationId="{00000000-0000-0000-0000-000000000000}"/>
          </ac:picMkLst>
        </pc:picChg>
      </pc:sldChg>
      <pc:sldChg chg="modNotesTx">
        <pc:chgData name="J Per il Vento che Ti Amo" userId="8ca566be-5c37-46af-ac14-024a889886ae" providerId="ADAL" clId="{8F754675-C9C9-49CD-AB2C-34831EDBC64A}" dt="2025-09-23T12:53:49.205" v="1298" actId="20577"/>
        <pc:sldMkLst>
          <pc:docMk/>
          <pc:sldMk cId="0" sldId="310"/>
        </pc:sldMkLst>
      </pc:sldChg>
      <pc:sldChg chg="modSp mod">
        <pc:chgData name="J Per il Vento che Ti Amo" userId="8ca566be-5c37-46af-ac14-024a889886ae" providerId="ADAL" clId="{8F754675-C9C9-49CD-AB2C-34831EDBC64A}" dt="2025-09-23T12:39:55.178" v="1134" actId="120"/>
        <pc:sldMkLst>
          <pc:docMk/>
          <pc:sldMk cId="0" sldId="311"/>
        </pc:sldMkLst>
        <pc:graphicFrameChg chg="modGraphic">
          <ac:chgData name="J Per il Vento che Ti Amo" userId="8ca566be-5c37-46af-ac14-024a889886ae" providerId="ADAL" clId="{8F754675-C9C9-49CD-AB2C-34831EDBC64A}" dt="2025-09-23T12:39:55.178" v="1134" actId="120"/>
          <ac:graphicFrameMkLst>
            <pc:docMk/>
            <pc:sldMk cId="0" sldId="311"/>
            <ac:graphicFrameMk id="7" creationId="{00000000-0000-0000-0000-000000000000}"/>
          </ac:graphicFrameMkLst>
        </pc:graphicFrameChg>
      </pc:sldChg>
      <pc:sldChg chg="modSp mod modNotesTx">
        <pc:chgData name="J Per il Vento che Ti Amo" userId="8ca566be-5c37-46af-ac14-024a889886ae" providerId="ADAL" clId="{8F754675-C9C9-49CD-AB2C-34831EDBC64A}" dt="2025-09-23T13:33:14.106" v="1334" actId="20577"/>
        <pc:sldMkLst>
          <pc:docMk/>
          <pc:sldMk cId="0" sldId="314"/>
        </pc:sldMkLst>
        <pc:spChg chg="mod">
          <ac:chgData name="J Per il Vento che Ti Amo" userId="8ca566be-5c37-46af-ac14-024a889886ae" providerId="ADAL" clId="{8F754675-C9C9-49CD-AB2C-34831EDBC64A}" dt="2025-09-23T13:33:08.815" v="1333"/>
          <ac:spMkLst>
            <pc:docMk/>
            <pc:sldMk cId="0" sldId="314"/>
            <ac:spMk id="7" creationId="{00000000-0000-0000-0000-000000000000}"/>
          </ac:spMkLst>
        </pc:spChg>
        <pc:spChg chg="mod">
          <ac:chgData name="J Per il Vento che Ti Amo" userId="8ca566be-5c37-46af-ac14-024a889886ae" providerId="ADAL" clId="{8F754675-C9C9-49CD-AB2C-34831EDBC64A}" dt="2025-09-11T06:31:23.746" v="138" actId="14861"/>
          <ac:spMkLst>
            <pc:docMk/>
            <pc:sldMk cId="0" sldId="314"/>
            <ac:spMk id="12" creationId="{00000000-0000-0000-0000-000000000000}"/>
          </ac:spMkLst>
        </pc:spChg>
        <pc:spChg chg="mod">
          <ac:chgData name="J Per il Vento che Ti Amo" userId="8ca566be-5c37-46af-ac14-024a889886ae" providerId="ADAL" clId="{8F754675-C9C9-49CD-AB2C-34831EDBC64A}" dt="2025-09-11T06:32:21.632" v="142" actId="207"/>
          <ac:spMkLst>
            <pc:docMk/>
            <pc:sldMk cId="0" sldId="314"/>
            <ac:spMk id="13" creationId="{00000000-0000-0000-0000-000000000000}"/>
          </ac:spMkLst>
        </pc:spChg>
        <pc:picChg chg="mod">
          <ac:chgData name="J Per il Vento che Ti Amo" userId="8ca566be-5c37-46af-ac14-024a889886ae" providerId="ADAL" clId="{8F754675-C9C9-49CD-AB2C-34831EDBC64A}" dt="2025-09-11T06:31:33.827" v="139" actId="14861"/>
          <ac:picMkLst>
            <pc:docMk/>
            <pc:sldMk cId="0" sldId="314"/>
            <ac:picMk id="4" creationId="{00000000-0000-0000-0000-000000000000}"/>
          </ac:picMkLst>
        </pc:picChg>
        <pc:picChg chg="mod">
          <ac:chgData name="J Per il Vento che Ti Amo" userId="8ca566be-5c37-46af-ac14-024a889886ae" providerId="ADAL" clId="{8F754675-C9C9-49CD-AB2C-34831EDBC64A}" dt="2025-09-11T06:31:33.827" v="139" actId="14861"/>
          <ac:picMkLst>
            <pc:docMk/>
            <pc:sldMk cId="0" sldId="314"/>
            <ac:picMk id="6" creationId="{00000000-0000-0000-0000-000000000000}"/>
          </ac:picMkLst>
        </pc:picChg>
      </pc:sldChg>
      <pc:sldChg chg="modSp mod modNotesTx">
        <pc:chgData name="J Per il Vento che Ti Amo" userId="8ca566be-5c37-46af-ac14-024a889886ae" providerId="ADAL" clId="{8F754675-C9C9-49CD-AB2C-34831EDBC64A}" dt="2025-09-23T13:34:26.836" v="1337"/>
        <pc:sldMkLst>
          <pc:docMk/>
          <pc:sldMk cId="0" sldId="320"/>
        </pc:sldMkLst>
        <pc:spChg chg="mod">
          <ac:chgData name="J Per il Vento che Ti Amo" userId="8ca566be-5c37-46af-ac14-024a889886ae" providerId="ADAL" clId="{8F754675-C9C9-49CD-AB2C-34831EDBC64A}" dt="2025-09-23T13:34:26.836" v="1337"/>
          <ac:spMkLst>
            <pc:docMk/>
            <pc:sldMk cId="0" sldId="320"/>
            <ac:spMk id="24" creationId="{00000000-0000-0000-0000-000000000000}"/>
          </ac:spMkLst>
        </pc:spChg>
        <pc:spChg chg="mod">
          <ac:chgData name="J Per il Vento che Ti Amo" userId="8ca566be-5c37-46af-ac14-024a889886ae" providerId="ADAL" clId="{8F754675-C9C9-49CD-AB2C-34831EDBC64A}" dt="2025-09-23T03:13:33.963" v="165" actId="1076"/>
          <ac:spMkLst>
            <pc:docMk/>
            <pc:sldMk cId="0" sldId="320"/>
            <ac:spMk id="25" creationId="{00000000-0000-0000-0000-000000000000}"/>
          </ac:spMkLst>
        </pc:spChg>
        <pc:grpChg chg="mod">
          <ac:chgData name="J Per il Vento che Ti Amo" userId="8ca566be-5c37-46af-ac14-024a889886ae" providerId="ADAL" clId="{8F754675-C9C9-49CD-AB2C-34831EDBC64A}" dt="2025-09-11T06:32:33.323" v="143" actId="14861"/>
          <ac:grpSpMkLst>
            <pc:docMk/>
            <pc:sldMk cId="0" sldId="320"/>
            <ac:grpSpMk id="3" creationId="{00000000-0000-0000-0000-000000000000}"/>
          </ac:grpSpMkLst>
        </pc:grpChg>
      </pc:sldChg>
      <pc:sldChg chg="addSp modSp mod modNotesTx">
        <pc:chgData name="J Per il Vento che Ti Amo" userId="8ca566be-5c37-46af-ac14-024a889886ae" providerId="ADAL" clId="{8F754675-C9C9-49CD-AB2C-34831EDBC64A}" dt="2025-09-23T13:18:02.113" v="1306"/>
        <pc:sldMkLst>
          <pc:docMk/>
          <pc:sldMk cId="0" sldId="323"/>
        </pc:sldMkLst>
        <pc:spChg chg="mod">
          <ac:chgData name="J Per il Vento che Ti Amo" userId="8ca566be-5c37-46af-ac14-024a889886ae" providerId="ADAL" clId="{8F754675-C9C9-49CD-AB2C-34831EDBC64A}" dt="2025-09-11T06:15:27.144" v="82" actId="1076"/>
          <ac:spMkLst>
            <pc:docMk/>
            <pc:sldMk cId="0" sldId="323"/>
            <ac:spMk id="11" creationId="{00000000-0000-0000-0000-000000000000}"/>
          </ac:spMkLst>
        </pc:spChg>
        <pc:graphicFrameChg chg="mod modGraphic">
          <ac:chgData name="J Per il Vento che Ti Amo" userId="8ca566be-5c37-46af-ac14-024a889886ae" providerId="ADAL" clId="{8F754675-C9C9-49CD-AB2C-34831EDBC64A}" dt="2025-09-23T13:18:02.113" v="1306"/>
          <ac:graphicFrameMkLst>
            <pc:docMk/>
            <pc:sldMk cId="0" sldId="323"/>
            <ac:graphicFrameMk id="5" creationId="{00000000-0000-0000-0000-000000000000}"/>
          </ac:graphicFrameMkLst>
        </pc:graphicFrameChg>
      </pc:sldChg>
      <pc:sldChg chg="addSp modSp mod modNotesTx">
        <pc:chgData name="J Per il Vento che Ti Amo" userId="8ca566be-5c37-46af-ac14-024a889886ae" providerId="ADAL" clId="{8F754675-C9C9-49CD-AB2C-34831EDBC64A}" dt="2025-09-24T00:41:30.485" v="1350"/>
        <pc:sldMkLst>
          <pc:docMk/>
          <pc:sldMk cId="0" sldId="324"/>
        </pc:sldMkLst>
        <pc:spChg chg="add mod ord">
          <ac:chgData name="J Per il Vento che Ti Amo" userId="8ca566be-5c37-46af-ac14-024a889886ae" providerId="ADAL" clId="{8F754675-C9C9-49CD-AB2C-34831EDBC64A}" dt="2025-09-11T06:07:41.459" v="11" actId="167"/>
          <ac:spMkLst>
            <pc:docMk/>
            <pc:sldMk cId="0" sldId="324"/>
            <ac:spMk id="3" creationId="{2210A3E5-F144-1C01-C809-23B84BA04AF6}"/>
          </ac:spMkLst>
        </pc:spChg>
        <pc:spChg chg="mod">
          <ac:chgData name="J Per il Vento che Ti Amo" userId="8ca566be-5c37-46af-ac14-024a889886ae" providerId="ADAL" clId="{8F754675-C9C9-49CD-AB2C-34831EDBC64A}" dt="2025-09-11T06:29:25.030" v="128" actId="14861"/>
          <ac:spMkLst>
            <pc:docMk/>
            <pc:sldMk cId="0" sldId="324"/>
            <ac:spMk id="9" creationId="{00000000-0000-0000-0000-000000000000}"/>
          </ac:spMkLst>
        </pc:spChg>
        <pc:spChg chg="mod">
          <ac:chgData name="J Per il Vento che Ti Amo" userId="8ca566be-5c37-46af-ac14-024a889886ae" providerId="ADAL" clId="{8F754675-C9C9-49CD-AB2C-34831EDBC64A}" dt="2025-09-11T06:20:47.915" v="91" actId="207"/>
          <ac:spMkLst>
            <pc:docMk/>
            <pc:sldMk cId="0" sldId="324"/>
            <ac:spMk id="10" creationId="{00000000-0000-0000-0000-000000000000}"/>
          </ac:spMkLst>
        </pc:spChg>
        <pc:spChg chg="mod">
          <ac:chgData name="J Per il Vento che Ti Amo" userId="8ca566be-5c37-46af-ac14-024a889886ae" providerId="ADAL" clId="{8F754675-C9C9-49CD-AB2C-34831EDBC64A}" dt="2025-09-24T00:41:30.485" v="1350"/>
          <ac:spMkLst>
            <pc:docMk/>
            <pc:sldMk cId="0" sldId="324"/>
            <ac:spMk id="13" creationId="{00000000-0000-0000-0000-000000000000}"/>
          </ac:spMkLst>
        </pc:spChg>
        <pc:spChg chg="mod">
          <ac:chgData name="J Per il Vento che Ti Amo" userId="8ca566be-5c37-46af-ac14-024a889886ae" providerId="ADAL" clId="{8F754675-C9C9-49CD-AB2C-34831EDBC64A}" dt="2025-09-11T06:29:33.199" v="130" actId="14861"/>
          <ac:spMkLst>
            <pc:docMk/>
            <pc:sldMk cId="0" sldId="324"/>
            <ac:spMk id="14" creationId="{00000000-0000-0000-0000-000000000000}"/>
          </ac:spMkLst>
        </pc:spChg>
        <pc:spChg chg="mod">
          <ac:chgData name="J Per il Vento che Ti Amo" userId="8ca566be-5c37-46af-ac14-024a889886ae" providerId="ADAL" clId="{8F754675-C9C9-49CD-AB2C-34831EDBC64A}" dt="2025-09-11T06:21:08.563" v="94" actId="207"/>
          <ac:spMkLst>
            <pc:docMk/>
            <pc:sldMk cId="0" sldId="324"/>
            <ac:spMk id="15" creationId="{00000000-0000-0000-0000-000000000000}"/>
          </ac:spMkLst>
        </pc:spChg>
      </pc:sldChg>
      <pc:sldChg chg="addSp modSp mod modNotesTx">
        <pc:chgData name="J Per il Vento che Ti Amo" userId="8ca566be-5c37-46af-ac14-024a889886ae" providerId="ADAL" clId="{8F754675-C9C9-49CD-AB2C-34831EDBC64A}" dt="2025-09-23T12:26:26.227" v="1110" actId="20577"/>
        <pc:sldMkLst>
          <pc:docMk/>
          <pc:sldMk cId="0" sldId="325"/>
        </pc:sldMkLst>
        <pc:spChg chg="mod">
          <ac:chgData name="J Per il Vento che Ti Amo" userId="8ca566be-5c37-46af-ac14-024a889886ae" providerId="ADAL" clId="{8F754675-C9C9-49CD-AB2C-34831EDBC64A}" dt="2025-09-11T06:33:43.140" v="147" actId="14861"/>
          <ac:spMkLst>
            <pc:docMk/>
            <pc:sldMk cId="0" sldId="325"/>
            <ac:spMk id="2" creationId="{00000000-0000-0000-0000-000000000000}"/>
          </ac:spMkLst>
        </pc:spChg>
        <pc:spChg chg="add mod ord">
          <ac:chgData name="J Per il Vento che Ti Amo" userId="8ca566be-5c37-46af-ac14-024a889886ae" providerId="ADAL" clId="{8F754675-C9C9-49CD-AB2C-34831EDBC64A}" dt="2025-09-11T06:07:50.012" v="15" actId="167"/>
          <ac:spMkLst>
            <pc:docMk/>
            <pc:sldMk cId="0" sldId="325"/>
            <ac:spMk id="3" creationId="{6E1F5184-5DB0-2378-1675-BC422F1E5BB7}"/>
          </ac:spMkLst>
        </pc:spChg>
        <pc:spChg chg="mod">
          <ac:chgData name="J Per il Vento che Ti Amo" userId="8ca566be-5c37-46af-ac14-024a889886ae" providerId="ADAL" clId="{8F754675-C9C9-49CD-AB2C-34831EDBC64A}" dt="2025-09-11T06:23:40.251" v="115" actId="21"/>
          <ac:spMkLst>
            <pc:docMk/>
            <pc:sldMk cId="0" sldId="325"/>
            <ac:spMk id="4" creationId="{00000000-0000-0000-0000-000000000000}"/>
          </ac:spMkLst>
        </pc:spChg>
        <pc:spChg chg="add mod">
          <ac:chgData name="J Per il Vento che Ti Amo" userId="8ca566be-5c37-46af-ac14-024a889886ae" providerId="ADAL" clId="{8F754675-C9C9-49CD-AB2C-34831EDBC64A}" dt="2025-09-11T06:24:25.521" v="124" actId="14100"/>
          <ac:spMkLst>
            <pc:docMk/>
            <pc:sldMk cId="0" sldId="325"/>
            <ac:spMk id="6" creationId="{BB916F8D-9E78-796D-A693-D47080DDA512}"/>
          </ac:spMkLst>
        </pc:spChg>
        <pc:spChg chg="mod">
          <ac:chgData name="J Per il Vento che Ti Amo" userId="8ca566be-5c37-46af-ac14-024a889886ae" providerId="ADAL" clId="{8F754675-C9C9-49CD-AB2C-34831EDBC64A}" dt="2025-09-11T06:22:47.036" v="113" actId="693"/>
          <ac:spMkLst>
            <pc:docMk/>
            <pc:sldMk cId="0" sldId="325"/>
            <ac:spMk id="10" creationId="{00000000-0000-0000-0000-000000000000}"/>
          </ac:spMkLst>
        </pc:spChg>
        <pc:spChg chg="mod">
          <ac:chgData name="J Per il Vento che Ti Amo" userId="8ca566be-5c37-46af-ac14-024a889886ae" providerId="ADAL" clId="{8F754675-C9C9-49CD-AB2C-34831EDBC64A}" dt="2025-09-11T06:22:05.988" v="110" actId="693"/>
          <ac:spMkLst>
            <pc:docMk/>
            <pc:sldMk cId="0" sldId="325"/>
            <ac:spMk id="11" creationId="{00000000-0000-0000-0000-000000000000}"/>
          </ac:spMkLst>
        </pc:spChg>
        <pc:spChg chg="mod">
          <ac:chgData name="J Per il Vento che Ti Amo" userId="8ca566be-5c37-46af-ac14-024a889886ae" providerId="ADAL" clId="{8F754675-C9C9-49CD-AB2C-34831EDBC64A}" dt="2025-09-11T06:24:01.327" v="120" actId="108"/>
          <ac:spMkLst>
            <pc:docMk/>
            <pc:sldMk cId="0" sldId="325"/>
            <ac:spMk id="16" creationId="{00000000-0000-0000-0000-000000000000}"/>
          </ac:spMkLst>
        </pc:spChg>
        <pc:spChg chg="mod">
          <ac:chgData name="J Per il Vento che Ti Amo" userId="8ca566be-5c37-46af-ac14-024a889886ae" providerId="ADAL" clId="{8F754675-C9C9-49CD-AB2C-34831EDBC64A}" dt="2025-09-11T06:24:40.856" v="125" actId="1076"/>
          <ac:spMkLst>
            <pc:docMk/>
            <pc:sldMk cId="0" sldId="325"/>
            <ac:spMk id="17" creationId="{00000000-0000-0000-0000-000000000000}"/>
          </ac:spMkLst>
        </pc:spChg>
      </pc:sldChg>
      <pc:sldChg chg="addSp modSp mod modNotesTx">
        <pc:chgData name="J Per il Vento che Ti Amo" userId="8ca566be-5c37-46af-ac14-024a889886ae" providerId="ADAL" clId="{8F754675-C9C9-49CD-AB2C-34831EDBC64A}" dt="2025-09-23T12:46:56.483" v="1232" actId="20577"/>
        <pc:sldMkLst>
          <pc:docMk/>
          <pc:sldMk cId="0" sldId="326"/>
        </pc:sldMkLst>
        <pc:spChg chg="add mod ord">
          <ac:chgData name="J Per il Vento che Ti Amo" userId="8ca566be-5c37-46af-ac14-024a889886ae" providerId="ADAL" clId="{8F754675-C9C9-49CD-AB2C-34831EDBC64A}" dt="2025-09-11T06:09:15.227" v="27" actId="167"/>
          <ac:spMkLst>
            <pc:docMk/>
            <pc:sldMk cId="0" sldId="326"/>
            <ac:spMk id="2" creationId="{D1CD0245-D84A-A530-569B-DFCF938B9030}"/>
          </ac:spMkLst>
        </pc:spChg>
        <pc:spChg chg="mod">
          <ac:chgData name="J Per il Vento che Ti Amo" userId="8ca566be-5c37-46af-ac14-024a889886ae" providerId="ADAL" clId="{8F754675-C9C9-49CD-AB2C-34831EDBC64A}" dt="2025-09-11T06:34:13.449" v="151" actId="14100"/>
          <ac:spMkLst>
            <pc:docMk/>
            <pc:sldMk cId="0" sldId="326"/>
            <ac:spMk id="5" creationId="{00000000-0000-0000-0000-000000000000}"/>
          </ac:spMkLst>
        </pc:spChg>
        <pc:graphicFrameChg chg="modGraphic">
          <ac:chgData name="J Per il Vento che Ti Amo" userId="8ca566be-5c37-46af-ac14-024a889886ae" providerId="ADAL" clId="{8F754675-C9C9-49CD-AB2C-34831EDBC64A}" dt="2025-09-23T12:39:07.564" v="1132" actId="113"/>
          <ac:graphicFrameMkLst>
            <pc:docMk/>
            <pc:sldMk cId="0" sldId="326"/>
            <ac:graphicFrameMk id="3" creationId="{00000000-0000-0000-0000-000000000000}"/>
          </ac:graphicFrameMkLst>
        </pc:graphicFrameChg>
      </pc:sldChg>
      <pc:sldChg chg="addSp modSp mod modNotesTx">
        <pc:chgData name="J Per il Vento che Ti Amo" userId="8ca566be-5c37-46af-ac14-024a889886ae" providerId="ADAL" clId="{8F754675-C9C9-49CD-AB2C-34831EDBC64A}" dt="2025-09-23T10:26:12.182" v="832" actId="20577"/>
        <pc:sldMkLst>
          <pc:docMk/>
          <pc:sldMk cId="0" sldId="328"/>
        </pc:sldMkLst>
        <pc:spChg chg="mod">
          <ac:chgData name="J Per il Vento che Ti Amo" userId="8ca566be-5c37-46af-ac14-024a889886ae" providerId="ADAL" clId="{8F754675-C9C9-49CD-AB2C-34831EDBC64A}" dt="2025-09-11T06:30:32.109" v="133" actId="14861"/>
          <ac:spMkLst>
            <pc:docMk/>
            <pc:sldMk cId="0" sldId="328"/>
            <ac:spMk id="2" creationId="{00000000-0000-0000-0000-000000000000}"/>
          </ac:spMkLst>
        </pc:spChg>
        <pc:spChg chg="mod">
          <ac:chgData name="J Per il Vento che Ti Amo" userId="8ca566be-5c37-46af-ac14-024a889886ae" providerId="ADAL" clId="{8F754675-C9C9-49CD-AB2C-34831EDBC64A}" dt="2025-09-11T06:30:32.109" v="133" actId="14861"/>
          <ac:spMkLst>
            <pc:docMk/>
            <pc:sldMk cId="0" sldId="328"/>
            <ac:spMk id="3" creationId="{00000000-0000-0000-0000-000000000000}"/>
          </ac:spMkLst>
        </pc:spChg>
        <pc:spChg chg="mod">
          <ac:chgData name="J Per il Vento che Ti Amo" userId="8ca566be-5c37-46af-ac14-024a889886ae" providerId="ADAL" clId="{8F754675-C9C9-49CD-AB2C-34831EDBC64A}" dt="2025-09-11T06:30:32.109" v="133" actId="14861"/>
          <ac:spMkLst>
            <pc:docMk/>
            <pc:sldMk cId="0" sldId="328"/>
            <ac:spMk id="4" creationId="{00000000-0000-0000-0000-000000000000}"/>
          </ac:spMkLst>
        </pc:spChg>
        <pc:spChg chg="mod">
          <ac:chgData name="J Per il Vento che Ti Amo" userId="8ca566be-5c37-46af-ac14-024a889886ae" providerId="ADAL" clId="{8F754675-C9C9-49CD-AB2C-34831EDBC64A}" dt="2025-09-23T09:21:32.856" v="790" actId="14100"/>
          <ac:spMkLst>
            <pc:docMk/>
            <pc:sldMk cId="0" sldId="328"/>
            <ac:spMk id="5" creationId="{00000000-0000-0000-0000-000000000000}"/>
          </ac:spMkLst>
        </pc:spChg>
        <pc:spChg chg="add mod ord">
          <ac:chgData name="J Per il Vento che Ti Amo" userId="8ca566be-5c37-46af-ac14-024a889886ae" providerId="ADAL" clId="{8F754675-C9C9-49CD-AB2C-34831EDBC64A}" dt="2025-09-11T06:07:17.915" v="5" actId="167"/>
          <ac:spMkLst>
            <pc:docMk/>
            <pc:sldMk cId="0" sldId="328"/>
            <ac:spMk id="8" creationId="{EE31DAAA-7D49-22B3-A356-16D48C357721}"/>
          </ac:spMkLst>
        </pc:spChg>
      </pc:sldChg>
      <pc:sldChg chg="addSp modSp mod modNotesTx">
        <pc:chgData name="J Per il Vento che Ti Amo" userId="8ca566be-5c37-46af-ac14-024a889886ae" providerId="ADAL" clId="{8F754675-C9C9-49CD-AB2C-34831EDBC64A}" dt="2025-09-23T10:27:12.590" v="850" actId="20577"/>
        <pc:sldMkLst>
          <pc:docMk/>
          <pc:sldMk cId="0" sldId="329"/>
        </pc:sldMkLst>
        <pc:spChg chg="mod">
          <ac:chgData name="J Per il Vento che Ti Amo" userId="8ca566be-5c37-46af-ac14-024a889886ae" providerId="ADAL" clId="{8F754675-C9C9-49CD-AB2C-34831EDBC64A}" dt="2025-09-11T06:29:57.852" v="131" actId="14861"/>
          <ac:spMkLst>
            <pc:docMk/>
            <pc:sldMk cId="0" sldId="329"/>
            <ac:spMk id="2" creationId="{00000000-0000-0000-0000-000000000000}"/>
          </ac:spMkLst>
        </pc:spChg>
        <pc:spChg chg="add mod ord">
          <ac:chgData name="J Per il Vento che Ti Amo" userId="8ca566be-5c37-46af-ac14-024a889886ae" providerId="ADAL" clId="{8F754675-C9C9-49CD-AB2C-34831EDBC64A}" dt="2025-09-11T06:07:31.365" v="7" actId="167"/>
          <ac:spMkLst>
            <pc:docMk/>
            <pc:sldMk cId="0" sldId="329"/>
            <ac:spMk id="3" creationId="{ECC4EF00-DFFD-4D87-08D2-22BA2C612CED}"/>
          </ac:spMkLst>
        </pc:spChg>
        <pc:spChg chg="mod">
          <ac:chgData name="J Per il Vento che Ti Amo" userId="8ca566be-5c37-46af-ac14-024a889886ae" providerId="ADAL" clId="{8F754675-C9C9-49CD-AB2C-34831EDBC64A}" dt="2025-09-11T06:30:02.499" v="132" actId="14861"/>
          <ac:spMkLst>
            <pc:docMk/>
            <pc:sldMk cId="0" sldId="329"/>
            <ac:spMk id="11" creationId="{00000000-0000-0000-0000-000000000000}"/>
          </ac:spMkLst>
        </pc:spChg>
        <pc:picChg chg="mod">
          <ac:chgData name="J Per il Vento che Ti Amo" userId="8ca566be-5c37-46af-ac14-024a889886ae" providerId="ADAL" clId="{8F754675-C9C9-49CD-AB2C-34831EDBC64A}" dt="2025-09-11T06:14:25.793" v="74" actId="1076"/>
          <ac:picMkLst>
            <pc:docMk/>
            <pc:sldMk cId="0" sldId="329"/>
            <ac:picMk id="6" creationId="{00000000-0000-0000-0000-000000000000}"/>
          </ac:picMkLst>
        </pc:picChg>
      </pc:sldChg>
      <pc:sldChg chg="addSp modSp mod">
        <pc:chgData name="J Per il Vento che Ti Amo" userId="8ca566be-5c37-46af-ac14-024a889886ae" providerId="ADAL" clId="{8F754675-C9C9-49CD-AB2C-34831EDBC64A}" dt="2025-09-11T06:29:16.980" v="127" actId="14861"/>
        <pc:sldMkLst>
          <pc:docMk/>
          <pc:sldMk cId="0" sldId="330"/>
        </pc:sldMkLst>
        <pc:spChg chg="add mod ord">
          <ac:chgData name="J Per il Vento che Ti Amo" userId="8ca566be-5c37-46af-ac14-024a889886ae" providerId="ADAL" clId="{8F754675-C9C9-49CD-AB2C-34831EDBC64A}" dt="2025-09-11T06:07:36.597" v="9" actId="167"/>
          <ac:spMkLst>
            <pc:docMk/>
            <pc:sldMk cId="0" sldId="330"/>
            <ac:spMk id="2" creationId="{47077116-C942-1FDB-B76E-B703B922AB12}"/>
          </ac:spMkLst>
        </pc:spChg>
        <pc:spChg chg="mod">
          <ac:chgData name="J Per il Vento che Ti Amo" userId="8ca566be-5c37-46af-ac14-024a889886ae" providerId="ADAL" clId="{8F754675-C9C9-49CD-AB2C-34831EDBC64A}" dt="2025-09-11T06:29:16.980" v="127" actId="14861"/>
          <ac:spMkLst>
            <pc:docMk/>
            <pc:sldMk cId="0" sldId="330"/>
            <ac:spMk id="12" creationId="{00000000-0000-0000-0000-000000000000}"/>
          </ac:spMkLst>
        </pc:spChg>
        <pc:spChg chg="mod">
          <ac:chgData name="J Per il Vento che Ti Amo" userId="8ca566be-5c37-46af-ac14-024a889886ae" providerId="ADAL" clId="{8F754675-C9C9-49CD-AB2C-34831EDBC64A}" dt="2025-09-11T06:13:54.995" v="73" actId="123"/>
          <ac:spMkLst>
            <pc:docMk/>
            <pc:sldMk cId="0" sldId="330"/>
            <ac:spMk id="13" creationId="{00000000-0000-0000-0000-000000000000}"/>
          </ac:spMkLst>
        </pc:spChg>
        <pc:picChg chg="mod">
          <ac:chgData name="J Per il Vento che Ti Amo" userId="8ca566be-5c37-46af-ac14-024a889886ae" providerId="ADAL" clId="{8F754675-C9C9-49CD-AB2C-34831EDBC64A}" dt="2025-09-11T06:13:43.526" v="68" actId="1076"/>
          <ac:picMkLst>
            <pc:docMk/>
            <pc:sldMk cId="0" sldId="330"/>
            <ac:picMk id="10" creationId="{00000000-0000-0000-0000-000000000000}"/>
          </ac:picMkLst>
        </pc:picChg>
      </pc:sldChg>
      <pc:sldChg chg="addSp modSp mod">
        <pc:chgData name="J Per il Vento che Ti Amo" userId="8ca566be-5c37-46af-ac14-024a889886ae" providerId="ADAL" clId="{8F754675-C9C9-49CD-AB2C-34831EDBC64A}" dt="2025-09-23T11:43:07.791" v="1031"/>
        <pc:sldMkLst>
          <pc:docMk/>
          <pc:sldMk cId="0" sldId="331"/>
        </pc:sldMkLst>
        <pc:spChg chg="add mod ord">
          <ac:chgData name="J Per il Vento che Ti Amo" userId="8ca566be-5c37-46af-ac14-024a889886ae" providerId="ADAL" clId="{8F754675-C9C9-49CD-AB2C-34831EDBC64A}" dt="2025-09-11T06:07:45.388" v="13" actId="167"/>
          <ac:spMkLst>
            <pc:docMk/>
            <pc:sldMk cId="0" sldId="331"/>
            <ac:spMk id="2" creationId="{A6F00E28-C84D-4259-AE2F-22694FF510F0}"/>
          </ac:spMkLst>
        </pc:spChg>
        <pc:spChg chg="mod">
          <ac:chgData name="J Per il Vento che Ti Amo" userId="8ca566be-5c37-46af-ac14-024a889886ae" providerId="ADAL" clId="{8F754675-C9C9-49CD-AB2C-34831EDBC64A}" dt="2025-09-23T11:42:45.968" v="1028"/>
          <ac:spMkLst>
            <pc:docMk/>
            <pc:sldMk cId="0" sldId="331"/>
            <ac:spMk id="16" creationId="{00000000-0000-0000-0000-000000000000}"/>
          </ac:spMkLst>
        </pc:spChg>
        <pc:spChg chg="mod">
          <ac:chgData name="J Per il Vento che Ti Amo" userId="8ca566be-5c37-46af-ac14-024a889886ae" providerId="ADAL" clId="{8F754675-C9C9-49CD-AB2C-34831EDBC64A}" dt="2025-09-23T11:42:13.393" v="1026" actId="20577"/>
          <ac:spMkLst>
            <pc:docMk/>
            <pc:sldMk cId="0" sldId="331"/>
            <ac:spMk id="17" creationId="{00000000-0000-0000-0000-000000000000}"/>
          </ac:spMkLst>
        </pc:spChg>
        <pc:spChg chg="mod">
          <ac:chgData name="J Per il Vento che Ti Amo" userId="8ca566be-5c37-46af-ac14-024a889886ae" providerId="ADAL" clId="{8F754675-C9C9-49CD-AB2C-34831EDBC64A}" dt="2025-09-11T06:33:34.413" v="146" actId="14861"/>
          <ac:spMkLst>
            <pc:docMk/>
            <pc:sldMk cId="0" sldId="331"/>
            <ac:spMk id="36" creationId="{00000000-0000-0000-0000-000000000000}"/>
          </ac:spMkLst>
        </pc:spChg>
        <pc:spChg chg="mod">
          <ac:chgData name="J Per il Vento che Ti Amo" userId="8ca566be-5c37-46af-ac14-024a889886ae" providerId="ADAL" clId="{8F754675-C9C9-49CD-AB2C-34831EDBC64A}" dt="2025-09-11T06:33:34.413" v="146" actId="14861"/>
          <ac:spMkLst>
            <pc:docMk/>
            <pc:sldMk cId="0" sldId="331"/>
            <ac:spMk id="37" creationId="{00000000-0000-0000-0000-000000000000}"/>
          </ac:spMkLst>
        </pc:spChg>
        <pc:spChg chg="mod">
          <ac:chgData name="J Per il Vento che Ti Amo" userId="8ca566be-5c37-46af-ac14-024a889886ae" providerId="ADAL" clId="{8F754675-C9C9-49CD-AB2C-34831EDBC64A}" dt="2025-09-23T11:43:07.791" v="1031"/>
          <ac:spMkLst>
            <pc:docMk/>
            <pc:sldMk cId="0" sldId="331"/>
            <ac:spMk id="81" creationId="{00000000-0000-0000-0000-000000000000}"/>
          </ac:spMkLst>
        </pc:spChg>
      </pc:sldChg>
      <pc:sldChg chg="addSp modSp mod">
        <pc:chgData name="J Per il Vento che Ti Amo" userId="8ca566be-5c37-46af-ac14-024a889886ae" providerId="ADAL" clId="{8F754675-C9C9-49CD-AB2C-34831EDBC64A}" dt="2025-09-23T12:33:31.266" v="1112" actId="1076"/>
        <pc:sldMkLst>
          <pc:docMk/>
          <pc:sldMk cId="0" sldId="333"/>
        </pc:sldMkLst>
        <pc:spChg chg="add mod ord">
          <ac:chgData name="J Per il Vento che Ti Amo" userId="8ca566be-5c37-46af-ac14-024a889886ae" providerId="ADAL" clId="{8F754675-C9C9-49CD-AB2C-34831EDBC64A}" dt="2025-09-11T06:07:55.395" v="17" actId="167"/>
          <ac:spMkLst>
            <pc:docMk/>
            <pc:sldMk cId="0" sldId="333"/>
            <ac:spMk id="3" creationId="{86EE64A7-66C4-3CB5-C1A8-2BF97460360E}"/>
          </ac:spMkLst>
        </pc:spChg>
        <pc:spChg chg="mod">
          <ac:chgData name="J Per il Vento che Ti Amo" userId="8ca566be-5c37-46af-ac14-024a889886ae" providerId="ADAL" clId="{8F754675-C9C9-49CD-AB2C-34831EDBC64A}" dt="2025-09-11T06:27:27.408" v="126" actId="14100"/>
          <ac:spMkLst>
            <pc:docMk/>
            <pc:sldMk cId="0" sldId="333"/>
            <ac:spMk id="6" creationId="{00000000-0000-0000-0000-000000000000}"/>
          </ac:spMkLst>
        </pc:spChg>
        <pc:spChg chg="mod">
          <ac:chgData name="J Per il Vento che Ti Amo" userId="8ca566be-5c37-46af-ac14-024a889886ae" providerId="ADAL" clId="{8F754675-C9C9-49CD-AB2C-34831EDBC64A}" dt="2025-09-23T12:33:23.003" v="1111" actId="1076"/>
          <ac:spMkLst>
            <pc:docMk/>
            <pc:sldMk cId="0" sldId="333"/>
            <ac:spMk id="8" creationId="{00000000-0000-0000-0000-000000000000}"/>
          </ac:spMkLst>
        </pc:spChg>
        <pc:spChg chg="mod">
          <ac:chgData name="J Per il Vento che Ti Amo" userId="8ca566be-5c37-46af-ac14-024a889886ae" providerId="ADAL" clId="{8F754675-C9C9-49CD-AB2C-34831EDBC64A}" dt="2025-09-23T12:33:31.266" v="1112" actId="1076"/>
          <ac:spMkLst>
            <pc:docMk/>
            <pc:sldMk cId="0" sldId="333"/>
            <ac:spMk id="10" creationId="{00000000-0000-0000-0000-000000000000}"/>
          </ac:spMkLst>
        </pc:spChg>
        <pc:spChg chg="mod">
          <ac:chgData name="J Per il Vento che Ti Amo" userId="8ca566be-5c37-46af-ac14-024a889886ae" providerId="ADAL" clId="{8F754675-C9C9-49CD-AB2C-34831EDBC64A}" dt="2025-09-11T06:33:50.915" v="148" actId="14861"/>
          <ac:spMkLst>
            <pc:docMk/>
            <pc:sldMk cId="0" sldId="333"/>
            <ac:spMk id="13" creationId="{00000000-0000-0000-0000-000000000000}"/>
          </ac:spMkLst>
        </pc:spChg>
        <pc:spChg chg="mod">
          <ac:chgData name="J Per il Vento che Ti Amo" userId="8ca566be-5c37-46af-ac14-024a889886ae" providerId="ADAL" clId="{8F754675-C9C9-49CD-AB2C-34831EDBC64A}" dt="2025-09-11T06:33:50.915" v="148" actId="14861"/>
          <ac:spMkLst>
            <pc:docMk/>
            <pc:sldMk cId="0" sldId="333"/>
            <ac:spMk id="14" creationId="{00000000-0000-0000-0000-000000000000}"/>
          </ac:spMkLst>
        </pc:spChg>
      </pc:sldChg>
      <pc:sldChg chg="addSp delSp modSp mod">
        <pc:chgData name="J Per il Vento che Ti Amo" userId="8ca566be-5c37-46af-ac14-024a889886ae" providerId="ADAL" clId="{8F754675-C9C9-49CD-AB2C-34831EDBC64A}" dt="2025-09-23T12:38:13.776" v="1124"/>
        <pc:sldMkLst>
          <pc:docMk/>
          <pc:sldMk cId="0" sldId="334"/>
        </pc:sldMkLst>
        <pc:spChg chg="add mod ord">
          <ac:chgData name="J Per il Vento che Ti Amo" userId="8ca566be-5c37-46af-ac14-024a889886ae" providerId="ADAL" clId="{8F754675-C9C9-49CD-AB2C-34831EDBC64A}" dt="2025-09-11T06:08:02.035" v="19" actId="167"/>
          <ac:spMkLst>
            <pc:docMk/>
            <pc:sldMk cId="0" sldId="334"/>
            <ac:spMk id="2" creationId="{A54A4F9F-060C-6358-AF3E-F5C9F55702A0}"/>
          </ac:spMkLst>
        </pc:spChg>
        <pc:spChg chg="add mod">
          <ac:chgData name="J Per il Vento che Ti Amo" userId="8ca566be-5c37-46af-ac14-024a889886ae" providerId="ADAL" clId="{8F754675-C9C9-49CD-AB2C-34831EDBC64A}" dt="2025-09-11T06:33:58.886" v="149" actId="14861"/>
          <ac:spMkLst>
            <pc:docMk/>
            <pc:sldMk cId="0" sldId="334"/>
            <ac:spMk id="3" creationId="{984A9BCB-F708-B83B-03D8-E384CA066B5A}"/>
          </ac:spMkLst>
        </pc:spChg>
        <pc:spChg chg="add mod">
          <ac:chgData name="J Per il Vento che Ti Amo" userId="8ca566be-5c37-46af-ac14-024a889886ae" providerId="ADAL" clId="{8F754675-C9C9-49CD-AB2C-34831EDBC64A}" dt="2025-09-11T06:33:58.886" v="149" actId="14861"/>
          <ac:spMkLst>
            <pc:docMk/>
            <pc:sldMk cId="0" sldId="334"/>
            <ac:spMk id="5" creationId="{B1213B2F-4128-03AA-5211-3FA1222A900C}"/>
          </ac:spMkLst>
        </pc:spChg>
        <pc:spChg chg="mod">
          <ac:chgData name="J Per il Vento che Ti Amo" userId="8ca566be-5c37-46af-ac14-024a889886ae" providerId="ADAL" clId="{8F754675-C9C9-49CD-AB2C-34831EDBC64A}" dt="2025-09-11T06:08:15.391" v="22"/>
          <ac:spMkLst>
            <pc:docMk/>
            <pc:sldMk cId="0" sldId="334"/>
            <ac:spMk id="6" creationId="{00000000-0000-0000-0000-000000000000}"/>
          </ac:spMkLst>
        </pc:spChg>
        <pc:spChg chg="add mod">
          <ac:chgData name="J Per il Vento che Ti Amo" userId="8ca566be-5c37-46af-ac14-024a889886ae" providerId="ADAL" clId="{8F754675-C9C9-49CD-AB2C-34831EDBC64A}" dt="2025-09-11T06:09:48.410" v="32"/>
          <ac:spMkLst>
            <pc:docMk/>
            <pc:sldMk cId="0" sldId="334"/>
            <ac:spMk id="7" creationId="{43A1A60F-D6FA-06DB-9450-0B999639694B}"/>
          </ac:spMkLst>
        </pc:spChg>
        <pc:spChg chg="mod">
          <ac:chgData name="J Per il Vento che Ti Amo" userId="8ca566be-5c37-46af-ac14-024a889886ae" providerId="ADAL" clId="{8F754675-C9C9-49CD-AB2C-34831EDBC64A}" dt="2025-09-23T12:38:13.776" v="1124"/>
          <ac:spMkLst>
            <pc:docMk/>
            <pc:sldMk cId="0" sldId="334"/>
            <ac:spMk id="8" creationId="{00000000-0000-0000-0000-000000000000}"/>
          </ac:spMkLst>
        </pc:spChg>
        <pc:spChg chg="mod">
          <ac:chgData name="J Per il Vento che Ti Amo" userId="8ca566be-5c37-46af-ac14-024a889886ae" providerId="ADAL" clId="{8F754675-C9C9-49CD-AB2C-34831EDBC64A}" dt="2025-09-23T12:35:40.453" v="1121" actId="20577"/>
          <ac:spMkLst>
            <pc:docMk/>
            <pc:sldMk cId="0" sldId="334"/>
            <ac:spMk id="9" creationId="{00000000-0000-0000-0000-000000000000}"/>
          </ac:spMkLst>
        </pc:spChg>
        <pc:spChg chg="add mod">
          <ac:chgData name="J Per il Vento che Ti Amo" userId="8ca566be-5c37-46af-ac14-024a889886ae" providerId="ADAL" clId="{8F754675-C9C9-49CD-AB2C-34831EDBC64A}" dt="2025-09-11T06:09:48.410" v="32"/>
          <ac:spMkLst>
            <pc:docMk/>
            <pc:sldMk cId="0" sldId="334"/>
            <ac:spMk id="11" creationId="{770035C3-6F79-5F16-1802-6DDA6B2BF7F3}"/>
          </ac:spMkLst>
        </pc:spChg>
        <pc:spChg chg="add mod">
          <ac:chgData name="J Per il Vento che Ti Amo" userId="8ca566be-5c37-46af-ac14-024a889886ae" providerId="ADAL" clId="{8F754675-C9C9-49CD-AB2C-34831EDBC64A}" dt="2025-09-11T06:09:48.410" v="32"/>
          <ac:spMkLst>
            <pc:docMk/>
            <pc:sldMk cId="0" sldId="334"/>
            <ac:spMk id="20" creationId="{9ACA5366-D082-3D6A-A9F0-C07A50E668E9}"/>
          </ac:spMkLst>
        </pc:spChg>
        <pc:spChg chg="mod">
          <ac:chgData name="J Per il Vento che Ti Amo" userId="8ca566be-5c37-46af-ac14-024a889886ae" providerId="ADAL" clId="{8F754675-C9C9-49CD-AB2C-34831EDBC64A}" dt="2025-09-23T12:37:38.065" v="1122" actId="1076"/>
          <ac:spMkLst>
            <pc:docMk/>
            <pc:sldMk cId="0" sldId="334"/>
            <ac:spMk id="22" creationId="{00000000-0000-0000-0000-000000000000}"/>
          </ac:spMkLst>
        </pc:spChg>
        <pc:graphicFrameChg chg="mod">
          <ac:chgData name="J Per il Vento che Ti Amo" userId="8ca566be-5c37-46af-ac14-024a889886ae" providerId="ADAL" clId="{8F754675-C9C9-49CD-AB2C-34831EDBC64A}" dt="2025-09-23T12:34:27.717" v="1116" actId="1076"/>
          <ac:graphicFrameMkLst>
            <pc:docMk/>
            <pc:sldMk cId="0" sldId="334"/>
            <ac:graphicFrameMk id="23" creationId="{00000000-0000-0000-0000-000000000000}"/>
          </ac:graphicFrameMkLst>
        </pc:graphicFrameChg>
        <pc:graphicFrameChg chg="mod">
          <ac:chgData name="J Per il Vento che Ti Amo" userId="8ca566be-5c37-46af-ac14-024a889886ae" providerId="ADAL" clId="{8F754675-C9C9-49CD-AB2C-34831EDBC64A}" dt="2025-09-23T12:34:30.433" v="1117" actId="1076"/>
          <ac:graphicFrameMkLst>
            <pc:docMk/>
            <pc:sldMk cId="0" sldId="334"/>
            <ac:graphicFrameMk id="24" creationId="{00000000-0000-0000-0000-000000000000}"/>
          </ac:graphicFrameMkLst>
        </pc:graphicFrameChg>
      </pc:sldChg>
      <pc:sldChg chg="modSp mod modNotesTx">
        <pc:chgData name="J Per il Vento che Ti Amo" userId="8ca566be-5c37-46af-ac14-024a889886ae" providerId="ADAL" clId="{8F754675-C9C9-49CD-AB2C-34831EDBC64A}" dt="2025-09-23T07:26:57.173" v="488" actId="20577"/>
        <pc:sldMkLst>
          <pc:docMk/>
          <pc:sldMk cId="0" sldId="339"/>
        </pc:sldMkLst>
        <pc:spChg chg="mod">
          <ac:chgData name="J Per il Vento che Ti Amo" userId="8ca566be-5c37-46af-ac14-024a889886ae" providerId="ADAL" clId="{8F754675-C9C9-49CD-AB2C-34831EDBC64A}" dt="2025-09-11T06:33:04.981" v="144" actId="14861"/>
          <ac:spMkLst>
            <pc:docMk/>
            <pc:sldMk cId="0" sldId="339"/>
            <ac:spMk id="21" creationId="{00000000-0000-0000-0000-000000000000}"/>
          </ac:spMkLst>
        </pc:spChg>
        <pc:spChg chg="mod">
          <ac:chgData name="J Per il Vento che Ti Amo" userId="8ca566be-5c37-46af-ac14-024a889886ae" providerId="ADAL" clId="{8F754675-C9C9-49CD-AB2C-34831EDBC64A}" dt="2025-09-11T06:33:04.981" v="144" actId="14861"/>
          <ac:spMkLst>
            <pc:docMk/>
            <pc:sldMk cId="0" sldId="339"/>
            <ac:spMk id="22" creationId="{00000000-0000-0000-0000-000000000000}"/>
          </ac:spMkLst>
        </pc:spChg>
        <pc:spChg chg="mod">
          <ac:chgData name="J Per il Vento che Ti Amo" userId="8ca566be-5c37-46af-ac14-024a889886ae" providerId="ADAL" clId="{8F754675-C9C9-49CD-AB2C-34831EDBC64A}" dt="2025-09-11T06:33:04.981" v="144" actId="14861"/>
          <ac:spMkLst>
            <pc:docMk/>
            <pc:sldMk cId="0" sldId="339"/>
            <ac:spMk id="23" creationId="{00000000-0000-0000-0000-000000000000}"/>
          </ac:spMkLst>
        </pc:spChg>
        <pc:spChg chg="mod">
          <ac:chgData name="J Per il Vento che Ti Amo" userId="8ca566be-5c37-46af-ac14-024a889886ae" providerId="ADAL" clId="{8F754675-C9C9-49CD-AB2C-34831EDBC64A}" dt="2025-09-11T06:33:04.981" v="144" actId="14861"/>
          <ac:spMkLst>
            <pc:docMk/>
            <pc:sldMk cId="0" sldId="339"/>
            <ac:spMk id="24" creationId="{00000000-0000-0000-0000-000000000000}"/>
          </ac:spMkLst>
        </pc:spChg>
        <pc:spChg chg="mod">
          <ac:chgData name="J Per il Vento che Ti Amo" userId="8ca566be-5c37-46af-ac14-024a889886ae" providerId="ADAL" clId="{8F754675-C9C9-49CD-AB2C-34831EDBC64A}" dt="2025-09-11T06:33:04.981" v="144" actId="14861"/>
          <ac:spMkLst>
            <pc:docMk/>
            <pc:sldMk cId="0" sldId="339"/>
            <ac:spMk id="25" creationId="{00000000-0000-0000-0000-000000000000}"/>
          </ac:spMkLst>
        </pc:spChg>
        <pc:spChg chg="mod">
          <ac:chgData name="J Per il Vento che Ti Amo" userId="8ca566be-5c37-46af-ac14-024a889886ae" providerId="ADAL" clId="{8F754675-C9C9-49CD-AB2C-34831EDBC64A}" dt="2025-09-11T06:05:47.185" v="1" actId="14100"/>
          <ac:spMkLst>
            <pc:docMk/>
            <pc:sldMk cId="0" sldId="339"/>
            <ac:spMk id="3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CE4261-0CDD-45A3-84C2-311859DE5B03}" type="datetimeFigureOut">
              <a:rPr lang="zh-CN" altLang="en-US" smtClean="0"/>
              <a:t>9/24/Wednesday</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F711DA-82CB-44C8-99EC-9CE596A896F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随着全球航运业从传统方式向智能化、自动化转型，船舶航行安全与环境感知技术整成为核心技术议题，精准可靠的环境态势感知是保障船舶安全实现自主航行与船舶智能辅助驾驶的基础。由于海洋环境复杂多变，海面光照变化以及恶劣天气有可能导致传统单一传感器在工作时出现盲区，难以满足日益复杂的环境感知要求</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激光雷达通过发射激光束并接收回波生成三维点云数据，从而提供精确的距离和目标几何信息，但在远距离点云数据可能较为稀疏，且缺少语义信息，并且易受到海浪和雨雾等的影响。可见光图像能提供丰富的颜色和纹理信息，可以轻松实现目标检测，但在夜间、雨雾条件下性能下降，存在感知盲区</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由于激光点云和可见光图像都有各自的优势，因此将二者进行融合可以实现优势互补，构建出更全面更加鲁棒的感知能力，从而提升</a:t>
            </a:r>
            <a:r>
              <a:rPr lang="en-US" altLang="zh-CN" sz="1200">
                <a:latin typeface="微软雅黑" panose="020B0503020204020204" pitchFamily="34" charset="-122"/>
                <a:ea typeface="微软雅黑" panose="020B0503020204020204" pitchFamily="34" charset="-122"/>
              </a:rPr>
              <a:t>提升船舶在各种航行场景下的目标检测准确性与系统鲁棒性</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以下是本课题的研究意义，通过多模态信息之间的优势互补，大幅提升检测精度；增强全天候和复杂海况下的环境感知鲁棒性；精确获取目标三维信息，为自主航行提供决策支持；通过迁移自动驾驶领域的先进网络，增强船舶目标检测能力</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本课题研究内容主要由以下五点：构建点云与可见光联合的船舶检测数据集；点云与可见光单一模态的目标检测算法研究；决策级融合和特征级融合的目标检测算法研究；利用数据增广，验证改进模型在复杂天气下的性能表现</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点云与可见光数据集主要分为实船采集和使用虚幻引擎</a:t>
            </a:r>
            <a:r>
              <a:rPr lang="en-US" altLang="zh-CN"/>
              <a:t>5</a:t>
            </a:r>
            <a:r>
              <a:rPr lang="zh-CN" altLang="en-US"/>
              <a:t>进行数据增广两部分，数据集共包含游艇、散货船、渔船等共七类船舶目标。实船采集的目标使用</a:t>
            </a:r>
            <a:r>
              <a:rPr lang="en-US" altLang="zh-CN"/>
              <a:t>CVAT</a:t>
            </a:r>
            <a:r>
              <a:rPr lang="zh-CN" altLang="en-US"/>
              <a:t>进行数据标注，数据增广部分</a:t>
            </a:r>
            <a:r>
              <a:rPr lang="zh-CN" altLang="zh-CN" sz="1200" kern="1200">
                <a:solidFill>
                  <a:schemeClr val="tx1"/>
                </a:solidFill>
                <a:effectLst/>
                <a:latin typeface="+mn-lt"/>
                <a:ea typeface="+mn-ea"/>
                <a:cs typeface="+mn-cs"/>
              </a:rPr>
              <a:t>由于传感器数据经系统仿真生成，因此可直接导出各虚拟目标位置、尺寸、类型和朝向等信息，无需二次数据标注。</a:t>
            </a:r>
            <a:r>
              <a:rPr lang="zh-CN" altLang="en-US"/>
              <a:t>其中实船采集数据共有</a:t>
            </a:r>
            <a:r>
              <a:rPr lang="en-US" altLang="zh-CN"/>
              <a:t>12280</a:t>
            </a:r>
            <a:r>
              <a:rPr lang="zh-CN" altLang="en-US"/>
              <a:t>组，通过数据增广</a:t>
            </a:r>
            <a:r>
              <a:rPr lang="en-US" altLang="zh-CN"/>
              <a:t>8000</a:t>
            </a:r>
            <a:r>
              <a:rPr lang="zh-CN" altLang="en-US"/>
              <a:t>组，</a:t>
            </a:r>
            <a:r>
              <a:rPr lang="zh-CN" altLang="zh-CN" sz="1200" kern="1200">
                <a:solidFill>
                  <a:schemeClr val="tx1"/>
                </a:solidFill>
                <a:effectLst/>
                <a:latin typeface="+mn-lt"/>
                <a:ea typeface="+mn-ea"/>
                <a:cs typeface="+mn-cs"/>
              </a:rPr>
              <a:t>最终数据集点云与可见光合计</a:t>
            </a:r>
            <a:r>
              <a:rPr lang="en-US" altLang="zh-CN" sz="1200" kern="1200">
                <a:solidFill>
                  <a:schemeClr val="tx1"/>
                </a:solidFill>
                <a:effectLst/>
                <a:latin typeface="+mn-lt"/>
                <a:ea typeface="+mn-ea"/>
                <a:cs typeface="+mn-cs"/>
              </a:rPr>
              <a:t>22280</a:t>
            </a:r>
            <a:r>
              <a:rPr lang="zh-CN" altLang="zh-CN" sz="1200" kern="1200">
                <a:solidFill>
                  <a:schemeClr val="tx1"/>
                </a:solidFill>
                <a:effectLst/>
                <a:latin typeface="+mn-lt"/>
                <a:ea typeface="+mn-ea"/>
                <a:cs typeface="+mn-cs"/>
              </a:rPr>
              <a:t>组，训练集：验证集：测试集按照</a:t>
            </a:r>
            <a:r>
              <a:rPr lang="en-US" altLang="zh-CN" sz="1200" kern="1200">
                <a:solidFill>
                  <a:schemeClr val="tx1"/>
                </a:solidFill>
                <a:effectLst/>
                <a:latin typeface="+mn-lt"/>
                <a:ea typeface="+mn-ea"/>
                <a:cs typeface="+mn-cs"/>
              </a:rPr>
              <a:t>8:1:1</a:t>
            </a:r>
            <a:r>
              <a:rPr lang="zh-CN" altLang="zh-CN" sz="1200" kern="1200">
                <a:solidFill>
                  <a:schemeClr val="tx1"/>
                </a:solidFill>
                <a:effectLst/>
                <a:latin typeface="+mn-lt"/>
                <a:ea typeface="+mn-ea"/>
                <a:cs typeface="+mn-cs"/>
              </a:rPr>
              <a:t>比例构建。</a:t>
            </a:r>
          </a:p>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这是部分船只点云和可见光数据</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点云和可见光单一模态检测我选择的方案是分别选取三种效果较好的模型，使用自建数据集对比测试出最优目标检测模型和最优特征提取模型，作为后续的融合算法研究的基线网络。点云检测我选择的是基于深度学习的检测方法，</a:t>
            </a:r>
            <a:r>
              <a:rPr lang="en-US" altLang="zh-CN"/>
              <a:t>voxelnet</a:t>
            </a:r>
            <a:r>
              <a:rPr lang="zh-CN" altLang="en-US"/>
              <a:t>、</a:t>
            </a:r>
            <a:r>
              <a:rPr lang="en-US" altLang="zh-CN"/>
              <a:t>second</a:t>
            </a:r>
            <a:r>
              <a:rPr lang="zh-CN" altLang="en-US"/>
              <a:t>和</a:t>
            </a:r>
            <a:r>
              <a:rPr lang="en-US" altLang="zh-CN"/>
              <a:t>PV-RCNN</a:t>
            </a:r>
            <a:r>
              <a:rPr lang="zh-CN" altLang="en-US"/>
              <a:t>三个模型</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可见光检测我选取的三个模型分别是基于</a:t>
            </a:r>
            <a:r>
              <a:rPr lang="en-US" altLang="zh-CN"/>
              <a:t>transformer</a:t>
            </a:r>
            <a:r>
              <a:rPr lang="zh-CN" altLang="en-US"/>
              <a:t>架构的</a:t>
            </a:r>
            <a:r>
              <a:rPr lang="en-US" altLang="zh-CN" sz="12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Swin Transformer</a:t>
            </a:r>
            <a:r>
              <a:rPr lang="zh-CN" altLang="en-US" sz="12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a:t> </a:t>
            </a:r>
            <a:r>
              <a:rPr lang="zh-CN" altLang="en-US"/>
              <a:t>经典两阶段检测方法</a:t>
            </a:r>
            <a:r>
              <a:rPr lang="en-US" altLang="zh-CN" sz="12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Faster R-CNN</a:t>
            </a:r>
            <a:r>
              <a:rPr lang="zh-CN" altLang="en-US" sz="12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、经典单阶段检测方法</a:t>
            </a:r>
            <a:r>
              <a:rPr lang="en-US" altLang="zh-CN" sz="12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yolo</a:t>
            </a:r>
            <a:r>
              <a:rPr lang="zh-CN" altLang="en-US" sz="12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系列最新模型</a:t>
            </a:r>
            <a:r>
              <a:rPr lang="en-US" altLang="zh-CN" sz="12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yolov13</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点云和可见光决策级融合我选择的是</a:t>
            </a:r>
            <a:r>
              <a:rPr lang="en-US" altLang="zh-CN"/>
              <a:t>CLOCs</a:t>
            </a:r>
            <a:r>
              <a:rPr lang="zh-CN" altLang="en-US"/>
              <a:t>网络，该网络可以与单一检测网络结合，做到即插即用，且计算成本较低，在处理远距离稀疏点云场景下效果十分理想。</a:t>
            </a:r>
            <a:r>
              <a:rPr lang="en-US" altLang="zh-CN"/>
              <a:t>CLOCS</a:t>
            </a:r>
            <a:r>
              <a:rPr lang="zh-CN" altLang="en-US"/>
              <a:t>网络主要应用对象为自动驾驶，陆地上汽车运动主要近乎一个二维平面，但是船舶会受到风浪的影响导致出现横摇、纵摇等摆动，给传感器稳定性和安全性带来巨大挑战，需要对该网络进行针对性改进以适应水面环境，</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特征级融合我选取的</a:t>
            </a:r>
            <a:r>
              <a:rPr lang="en-US" altLang="zh-CN"/>
              <a:t>DSTR</a:t>
            </a:r>
            <a:r>
              <a:rPr lang="zh-CN" altLang="en-US"/>
              <a:t>网络，该网络是一个</a:t>
            </a:r>
            <a:r>
              <a:rPr lang="en-US" altLang="zh-CN" sz="12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在全局和局部两个不同尺度上整合点云与可见光的多模态检测框架。其核心思想是通过一个分层递进的融合策略，先进行粗粒度的全局信息对齐，再提取精细化的局部目标特征，最后将两者有效结合以实现精确检测。</a:t>
            </a:r>
            <a:r>
              <a:rPr lang="zh-CN" altLang="en-US" sz="12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该网络可细分为</a:t>
            </a:r>
            <a:r>
              <a:rPr lang="en-US" altLang="zh-CN" sz="12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GSI LSI DSF</a:t>
            </a:r>
            <a:r>
              <a:rPr lang="zh-CN" altLang="en-US" sz="12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三个模块，同样</a:t>
            </a:r>
            <a:r>
              <a:rPr lang="en-US" altLang="zh-CN" sz="12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DSTR</a:t>
            </a:r>
            <a:r>
              <a:rPr lang="zh-CN" altLang="en-US" sz="12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网络也是应用在自动驾驶领域，也需要进行适应性改进</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复杂天气下性能对比分析，主要使用虚幻引擎</a:t>
            </a:r>
            <a:r>
              <a:rPr lang="en-US" altLang="zh-CN"/>
              <a:t>5</a:t>
            </a:r>
            <a:r>
              <a:rPr lang="zh-CN" altLang="en-US"/>
              <a:t>进行数据增广出晴天、雾天、雨天、眩光、黄昏五种场景下数据集作为测试集，通过单模态检测模型和多模态检测模型的对比实验验证多模态检测模型的优势，同时通过改进融合模型的消融实验全面比较改进前后的决策级和特征级两种融合策略的优劣</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这是论文的结构安排，</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25</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694536CA-A6C4-4358-AF93-5CCBD70D248C}" type="datetimeFigureOut">
              <a:rPr lang="zh-CN" altLang="en-US" smtClean="0"/>
              <a:t>9/24/Wednesday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4536CA-A6C4-4358-AF93-5CCBD70D248C}" type="datetimeFigureOut">
              <a:rPr lang="zh-CN" altLang="en-US" smtClean="0"/>
              <a:t>9/24/Wednesday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694536CA-A6C4-4358-AF93-5CCBD70D248C}" type="datetimeFigureOut">
              <a:rPr lang="zh-CN" altLang="en-US" smtClean="0"/>
              <a:t>9/24/Wednesday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694536CA-A6C4-4358-AF93-5CCBD70D248C}" type="datetimeFigureOut">
              <a:rPr lang="zh-CN" altLang="en-US" smtClean="0"/>
              <a:t>9/24/Wednesday</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94536CA-A6C4-4358-AF93-5CCBD70D248C}" type="datetimeFigureOut">
              <a:rPr lang="zh-CN" altLang="en-US" smtClean="0"/>
              <a:t>9/24/Wednesday</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94536CA-A6C4-4358-AF93-5CCBD70D248C}" type="datetimeFigureOut">
              <a:rPr lang="zh-CN" altLang="en-US" smtClean="0"/>
              <a:t>9/24/Wednesday</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94536CA-A6C4-4358-AF93-5CCBD70D248C}" type="datetimeFigureOut">
              <a:rPr lang="zh-CN" altLang="en-US" smtClean="0"/>
              <a:t>9/24/Wednesday</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694536CA-A6C4-4358-AF93-5CCBD70D248C}" type="datetimeFigureOut">
              <a:rPr lang="zh-CN" altLang="en-US" smtClean="0"/>
              <a:t>9/24/Wednesday</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694536CA-A6C4-4358-AF93-5CCBD70D248C}" type="datetimeFigureOut">
              <a:rPr lang="zh-CN" altLang="en-US" smtClean="0"/>
              <a:t>9/24/Wednesday</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4536CA-A6C4-4358-AF93-5CCBD70D248C}" type="datetimeFigureOut">
              <a:rPr lang="zh-CN" altLang="en-US" smtClean="0"/>
              <a:t>9/24/Wednesday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4536CA-A6C4-4358-AF93-5CCBD70D248C}" type="datetimeFigureOut">
              <a:rPr lang="zh-CN" altLang="en-US" smtClean="0"/>
              <a:t>9/24/Wednesday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4536CA-A6C4-4358-AF93-5CCBD70D248C}" type="datetimeFigureOut">
              <a:rPr lang="zh-CN" altLang="en-US" smtClean="0"/>
              <a:t>9/24/Wednesday</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537B7A-7510-410A-AA53-45D600DA0276}" type="slidenum">
              <a:rPr lang="zh-CN" altLang="en-US" smtClean="0"/>
              <a:t>‹#›</a:t>
            </a:fld>
            <a:endParaRPr lang="zh-CN" altLang="en-US"/>
          </a:p>
        </p:txBody>
      </p:sp>
      <p:sp>
        <p:nvSpPr>
          <p:cNvPr id="7" name="矩形 6"/>
          <p:cNvSpPr/>
          <p:nvPr userDrawn="1"/>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tags" Target="../tags/tag10.xml"/><Relationship Id="rId13" Type="http://schemas.openxmlformats.org/officeDocument/2006/relationships/slideLayout" Target="../slideLayouts/slideLayout7.xml"/><Relationship Id="rId3" Type="http://schemas.openxmlformats.org/officeDocument/2006/relationships/tags" Target="../tags/tag5.xml"/><Relationship Id="rId7" Type="http://schemas.openxmlformats.org/officeDocument/2006/relationships/tags" Target="../tags/tag9.xml"/><Relationship Id="rId12" Type="http://schemas.openxmlformats.org/officeDocument/2006/relationships/tags" Target="../tags/tag14.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tags" Target="../tags/tag13.xml"/><Relationship Id="rId5" Type="http://schemas.openxmlformats.org/officeDocument/2006/relationships/tags" Target="../tags/tag7.xml"/><Relationship Id="rId15" Type="http://schemas.openxmlformats.org/officeDocument/2006/relationships/image" Target="../media/image3.png"/><Relationship Id="rId10" Type="http://schemas.openxmlformats.org/officeDocument/2006/relationships/tags" Target="../tags/tag12.xml"/><Relationship Id="rId4" Type="http://schemas.openxmlformats.org/officeDocument/2006/relationships/tags" Target="../tags/tag6.xml"/><Relationship Id="rId9" Type="http://schemas.openxmlformats.org/officeDocument/2006/relationships/tags" Target="../tags/tag11.xml"/><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3" Type="http://schemas.openxmlformats.org/officeDocument/2006/relationships/tags" Target="../tags/tag17.xml"/><Relationship Id="rId7" Type="http://schemas.openxmlformats.org/officeDocument/2006/relationships/slideLayout" Target="../slideLayouts/slideLayout7.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3" Type="http://schemas.openxmlformats.org/officeDocument/2006/relationships/tags" Target="../tags/tag23.xml"/><Relationship Id="rId7" Type="http://schemas.openxmlformats.org/officeDocument/2006/relationships/slideLayout" Target="../slideLayouts/slideLayout7.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tags" Target="../tags/tag26.xml"/><Relationship Id="rId5" Type="http://schemas.openxmlformats.org/officeDocument/2006/relationships/tags" Target="../tags/tag25.xml"/><Relationship Id="rId10" Type="http://schemas.openxmlformats.org/officeDocument/2006/relationships/image" Target="../media/image6.png"/><Relationship Id="rId4" Type="http://schemas.openxmlformats.org/officeDocument/2006/relationships/tags" Target="../tags/tag24.xml"/><Relationship Id="rId9"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29.xml"/><Relationship Id="rId7" Type="http://schemas.openxmlformats.org/officeDocument/2006/relationships/notesSlide" Target="../notesSlides/notesSlide6.xm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slideLayout" Target="../slideLayouts/slideLayout7.xml"/><Relationship Id="rId11" Type="http://schemas.microsoft.com/office/2007/relationships/hdphoto" Target="../media/hdphoto1.wdp"/><Relationship Id="rId5" Type="http://schemas.openxmlformats.org/officeDocument/2006/relationships/tags" Target="../tags/tag31.xml"/><Relationship Id="rId10" Type="http://schemas.openxmlformats.org/officeDocument/2006/relationships/image" Target="../media/image9.png"/><Relationship Id="rId4" Type="http://schemas.openxmlformats.org/officeDocument/2006/relationships/tags" Target="../tags/tag30.xml"/><Relationship Id="rId9" Type="http://schemas.openxmlformats.org/officeDocument/2006/relationships/image" Target="../media/image8.svg"/></Relationships>
</file>

<file path=ppt/slides/_rels/slide7.xml.rels><?xml version="1.0" encoding="UTF-8" standalone="yes"?>
<Relationships xmlns="http://schemas.openxmlformats.org/package/2006/relationships"><Relationship Id="rId8" Type="http://schemas.openxmlformats.org/officeDocument/2006/relationships/tags" Target="../tags/tag39.xml"/><Relationship Id="rId13" Type="http://schemas.openxmlformats.org/officeDocument/2006/relationships/tags" Target="../tags/tag44.xml"/><Relationship Id="rId18" Type="http://schemas.openxmlformats.org/officeDocument/2006/relationships/tags" Target="../tags/tag49.xml"/><Relationship Id="rId3" Type="http://schemas.openxmlformats.org/officeDocument/2006/relationships/tags" Target="../tags/tag34.xml"/><Relationship Id="rId21" Type="http://schemas.openxmlformats.org/officeDocument/2006/relationships/tags" Target="../tags/tag52.xml"/><Relationship Id="rId7" Type="http://schemas.openxmlformats.org/officeDocument/2006/relationships/tags" Target="../tags/tag38.xml"/><Relationship Id="rId12" Type="http://schemas.openxmlformats.org/officeDocument/2006/relationships/tags" Target="../tags/tag43.xml"/><Relationship Id="rId17" Type="http://schemas.openxmlformats.org/officeDocument/2006/relationships/tags" Target="../tags/tag48.xml"/><Relationship Id="rId2" Type="http://schemas.openxmlformats.org/officeDocument/2006/relationships/tags" Target="../tags/tag33.xml"/><Relationship Id="rId16" Type="http://schemas.openxmlformats.org/officeDocument/2006/relationships/tags" Target="../tags/tag47.xml"/><Relationship Id="rId20" Type="http://schemas.openxmlformats.org/officeDocument/2006/relationships/tags" Target="../tags/tag51.xml"/><Relationship Id="rId1" Type="http://schemas.openxmlformats.org/officeDocument/2006/relationships/tags" Target="../tags/tag32.xml"/><Relationship Id="rId6" Type="http://schemas.openxmlformats.org/officeDocument/2006/relationships/tags" Target="../tags/tag37.xml"/><Relationship Id="rId11" Type="http://schemas.openxmlformats.org/officeDocument/2006/relationships/tags" Target="../tags/tag42.xml"/><Relationship Id="rId5" Type="http://schemas.openxmlformats.org/officeDocument/2006/relationships/tags" Target="../tags/tag36.xml"/><Relationship Id="rId15" Type="http://schemas.openxmlformats.org/officeDocument/2006/relationships/tags" Target="../tags/tag46.xml"/><Relationship Id="rId23" Type="http://schemas.openxmlformats.org/officeDocument/2006/relationships/notesSlide" Target="../notesSlides/notesSlide7.xml"/><Relationship Id="rId10" Type="http://schemas.openxmlformats.org/officeDocument/2006/relationships/tags" Target="../tags/tag41.xml"/><Relationship Id="rId19" Type="http://schemas.openxmlformats.org/officeDocument/2006/relationships/tags" Target="../tags/tag50.xml"/><Relationship Id="rId4" Type="http://schemas.openxmlformats.org/officeDocument/2006/relationships/tags" Target="../tags/tag35.xml"/><Relationship Id="rId9" Type="http://schemas.openxmlformats.org/officeDocument/2006/relationships/tags" Target="../tags/tag40.xml"/><Relationship Id="rId14" Type="http://schemas.openxmlformats.org/officeDocument/2006/relationships/tags" Target="../tags/tag45.xml"/><Relationship Id="rId22"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6" Type="http://schemas.openxmlformats.org/officeDocument/2006/relationships/tags" Target="../tags/tag78.xml"/><Relationship Id="rId21" Type="http://schemas.openxmlformats.org/officeDocument/2006/relationships/tags" Target="../tags/tag73.xml"/><Relationship Id="rId42" Type="http://schemas.openxmlformats.org/officeDocument/2006/relationships/tags" Target="../tags/tag94.xml"/><Relationship Id="rId47" Type="http://schemas.openxmlformats.org/officeDocument/2006/relationships/tags" Target="../tags/tag99.xml"/><Relationship Id="rId63" Type="http://schemas.openxmlformats.org/officeDocument/2006/relationships/tags" Target="../tags/tag115.xml"/><Relationship Id="rId68" Type="http://schemas.openxmlformats.org/officeDocument/2006/relationships/tags" Target="../tags/tag120.xml"/><Relationship Id="rId7" Type="http://schemas.openxmlformats.org/officeDocument/2006/relationships/tags" Target="../tags/tag59.xml"/><Relationship Id="rId71" Type="http://schemas.openxmlformats.org/officeDocument/2006/relationships/slideLayout" Target="../slideLayouts/slideLayout7.xml"/><Relationship Id="rId2" Type="http://schemas.openxmlformats.org/officeDocument/2006/relationships/tags" Target="../tags/tag54.xml"/><Relationship Id="rId16" Type="http://schemas.openxmlformats.org/officeDocument/2006/relationships/tags" Target="../tags/tag68.xml"/><Relationship Id="rId29" Type="http://schemas.openxmlformats.org/officeDocument/2006/relationships/tags" Target="../tags/tag81.xml"/><Relationship Id="rId11" Type="http://schemas.openxmlformats.org/officeDocument/2006/relationships/tags" Target="../tags/tag63.xml"/><Relationship Id="rId24" Type="http://schemas.openxmlformats.org/officeDocument/2006/relationships/tags" Target="../tags/tag76.xml"/><Relationship Id="rId32" Type="http://schemas.openxmlformats.org/officeDocument/2006/relationships/tags" Target="../tags/tag84.xml"/><Relationship Id="rId37" Type="http://schemas.openxmlformats.org/officeDocument/2006/relationships/tags" Target="../tags/tag89.xml"/><Relationship Id="rId40" Type="http://schemas.openxmlformats.org/officeDocument/2006/relationships/tags" Target="../tags/tag92.xml"/><Relationship Id="rId45" Type="http://schemas.openxmlformats.org/officeDocument/2006/relationships/tags" Target="../tags/tag97.xml"/><Relationship Id="rId53" Type="http://schemas.openxmlformats.org/officeDocument/2006/relationships/tags" Target="../tags/tag105.xml"/><Relationship Id="rId58" Type="http://schemas.openxmlformats.org/officeDocument/2006/relationships/tags" Target="../tags/tag110.xml"/><Relationship Id="rId66" Type="http://schemas.openxmlformats.org/officeDocument/2006/relationships/tags" Target="../tags/tag118.xml"/><Relationship Id="rId5" Type="http://schemas.openxmlformats.org/officeDocument/2006/relationships/tags" Target="../tags/tag57.xml"/><Relationship Id="rId61" Type="http://schemas.openxmlformats.org/officeDocument/2006/relationships/tags" Target="../tags/tag113.xml"/><Relationship Id="rId19" Type="http://schemas.openxmlformats.org/officeDocument/2006/relationships/tags" Target="../tags/tag71.xml"/><Relationship Id="rId14" Type="http://schemas.openxmlformats.org/officeDocument/2006/relationships/tags" Target="../tags/tag66.xml"/><Relationship Id="rId22" Type="http://schemas.openxmlformats.org/officeDocument/2006/relationships/tags" Target="../tags/tag74.xml"/><Relationship Id="rId27" Type="http://schemas.openxmlformats.org/officeDocument/2006/relationships/tags" Target="../tags/tag79.xml"/><Relationship Id="rId30" Type="http://schemas.openxmlformats.org/officeDocument/2006/relationships/tags" Target="../tags/tag82.xml"/><Relationship Id="rId35" Type="http://schemas.openxmlformats.org/officeDocument/2006/relationships/tags" Target="../tags/tag87.xml"/><Relationship Id="rId43" Type="http://schemas.openxmlformats.org/officeDocument/2006/relationships/tags" Target="../tags/tag95.xml"/><Relationship Id="rId48" Type="http://schemas.openxmlformats.org/officeDocument/2006/relationships/tags" Target="../tags/tag100.xml"/><Relationship Id="rId56" Type="http://schemas.openxmlformats.org/officeDocument/2006/relationships/tags" Target="../tags/tag108.xml"/><Relationship Id="rId64" Type="http://schemas.openxmlformats.org/officeDocument/2006/relationships/tags" Target="../tags/tag116.xml"/><Relationship Id="rId69" Type="http://schemas.openxmlformats.org/officeDocument/2006/relationships/tags" Target="../tags/tag121.xml"/><Relationship Id="rId8" Type="http://schemas.openxmlformats.org/officeDocument/2006/relationships/tags" Target="../tags/tag60.xml"/><Relationship Id="rId51" Type="http://schemas.openxmlformats.org/officeDocument/2006/relationships/tags" Target="../tags/tag103.xml"/><Relationship Id="rId72" Type="http://schemas.openxmlformats.org/officeDocument/2006/relationships/notesSlide" Target="../notesSlides/notesSlide9.xml"/><Relationship Id="rId3" Type="http://schemas.openxmlformats.org/officeDocument/2006/relationships/tags" Target="../tags/tag55.xml"/><Relationship Id="rId12" Type="http://schemas.openxmlformats.org/officeDocument/2006/relationships/tags" Target="../tags/tag64.xml"/><Relationship Id="rId17" Type="http://schemas.openxmlformats.org/officeDocument/2006/relationships/tags" Target="../tags/tag69.xml"/><Relationship Id="rId25" Type="http://schemas.openxmlformats.org/officeDocument/2006/relationships/tags" Target="../tags/tag77.xml"/><Relationship Id="rId33" Type="http://schemas.openxmlformats.org/officeDocument/2006/relationships/tags" Target="../tags/tag85.xml"/><Relationship Id="rId38" Type="http://schemas.openxmlformats.org/officeDocument/2006/relationships/tags" Target="../tags/tag90.xml"/><Relationship Id="rId46" Type="http://schemas.openxmlformats.org/officeDocument/2006/relationships/tags" Target="../tags/tag98.xml"/><Relationship Id="rId59" Type="http://schemas.openxmlformats.org/officeDocument/2006/relationships/tags" Target="../tags/tag111.xml"/><Relationship Id="rId67" Type="http://schemas.openxmlformats.org/officeDocument/2006/relationships/tags" Target="../tags/tag119.xml"/><Relationship Id="rId20" Type="http://schemas.openxmlformats.org/officeDocument/2006/relationships/tags" Target="../tags/tag72.xml"/><Relationship Id="rId41" Type="http://schemas.openxmlformats.org/officeDocument/2006/relationships/tags" Target="../tags/tag93.xml"/><Relationship Id="rId54" Type="http://schemas.openxmlformats.org/officeDocument/2006/relationships/tags" Target="../tags/tag106.xml"/><Relationship Id="rId62" Type="http://schemas.openxmlformats.org/officeDocument/2006/relationships/tags" Target="../tags/tag114.xml"/><Relationship Id="rId70" Type="http://schemas.openxmlformats.org/officeDocument/2006/relationships/tags" Target="../tags/tag122.xml"/><Relationship Id="rId1" Type="http://schemas.openxmlformats.org/officeDocument/2006/relationships/tags" Target="../tags/tag53.xml"/><Relationship Id="rId6" Type="http://schemas.openxmlformats.org/officeDocument/2006/relationships/tags" Target="../tags/tag58.xml"/><Relationship Id="rId15" Type="http://schemas.openxmlformats.org/officeDocument/2006/relationships/tags" Target="../tags/tag67.xml"/><Relationship Id="rId23" Type="http://schemas.openxmlformats.org/officeDocument/2006/relationships/tags" Target="../tags/tag75.xml"/><Relationship Id="rId28" Type="http://schemas.openxmlformats.org/officeDocument/2006/relationships/tags" Target="../tags/tag80.xml"/><Relationship Id="rId36" Type="http://schemas.openxmlformats.org/officeDocument/2006/relationships/tags" Target="../tags/tag88.xml"/><Relationship Id="rId49" Type="http://schemas.openxmlformats.org/officeDocument/2006/relationships/tags" Target="../tags/tag101.xml"/><Relationship Id="rId57" Type="http://schemas.openxmlformats.org/officeDocument/2006/relationships/tags" Target="../tags/tag109.xml"/><Relationship Id="rId10" Type="http://schemas.openxmlformats.org/officeDocument/2006/relationships/tags" Target="../tags/tag62.xml"/><Relationship Id="rId31" Type="http://schemas.openxmlformats.org/officeDocument/2006/relationships/tags" Target="../tags/tag83.xml"/><Relationship Id="rId44" Type="http://schemas.openxmlformats.org/officeDocument/2006/relationships/tags" Target="../tags/tag96.xml"/><Relationship Id="rId52" Type="http://schemas.openxmlformats.org/officeDocument/2006/relationships/tags" Target="../tags/tag104.xml"/><Relationship Id="rId60" Type="http://schemas.openxmlformats.org/officeDocument/2006/relationships/tags" Target="../tags/tag112.xml"/><Relationship Id="rId65" Type="http://schemas.openxmlformats.org/officeDocument/2006/relationships/tags" Target="../tags/tag117.xml"/><Relationship Id="rId4" Type="http://schemas.openxmlformats.org/officeDocument/2006/relationships/tags" Target="../tags/tag56.xml"/><Relationship Id="rId9" Type="http://schemas.openxmlformats.org/officeDocument/2006/relationships/tags" Target="../tags/tag61.xml"/><Relationship Id="rId13" Type="http://schemas.openxmlformats.org/officeDocument/2006/relationships/tags" Target="../tags/tag65.xml"/><Relationship Id="rId18" Type="http://schemas.openxmlformats.org/officeDocument/2006/relationships/tags" Target="../tags/tag70.xml"/><Relationship Id="rId39" Type="http://schemas.openxmlformats.org/officeDocument/2006/relationships/tags" Target="../tags/tag91.xml"/><Relationship Id="rId34" Type="http://schemas.openxmlformats.org/officeDocument/2006/relationships/tags" Target="../tags/tag86.xml"/><Relationship Id="rId50" Type="http://schemas.openxmlformats.org/officeDocument/2006/relationships/tags" Target="../tags/tag102.xml"/><Relationship Id="rId55" Type="http://schemas.openxmlformats.org/officeDocument/2006/relationships/tags" Target="../tags/tag107.xml"/></Relationships>
</file>

<file path=ppt/slides/_rels/slide10.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0.jpeg"/><Relationship Id="rId7"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jpeg"/></Relationships>
</file>

<file path=ppt/slides/_rels/slide1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tags" Target="../tags/tag125.xml"/><Relationship Id="rId7" Type="http://schemas.openxmlformats.org/officeDocument/2006/relationships/image" Target="../media/image30.png"/><Relationship Id="rId2" Type="http://schemas.openxmlformats.org/officeDocument/2006/relationships/tags" Target="../tags/tag124.xml"/><Relationship Id="rId1" Type="http://schemas.openxmlformats.org/officeDocument/2006/relationships/tags" Target="../tags/tag123.xml"/><Relationship Id="rId6" Type="http://schemas.openxmlformats.org/officeDocument/2006/relationships/notesSlide" Target="../notesSlides/notesSlide15.xml"/><Relationship Id="rId5" Type="http://schemas.openxmlformats.org/officeDocument/2006/relationships/slideLayout" Target="../slideLayouts/slideLayout7.xml"/><Relationship Id="rId4" Type="http://schemas.openxmlformats.org/officeDocument/2006/relationships/tags" Target="../tags/tag126.xml"/></Relationships>
</file>

<file path=ppt/slides/_rels/slide16.xml.rels><?xml version="1.0" encoding="UTF-8" standalone="yes"?>
<Relationships xmlns="http://schemas.openxmlformats.org/package/2006/relationships"><Relationship Id="rId8" Type="http://schemas.openxmlformats.org/officeDocument/2006/relationships/tags" Target="../tags/tag134.xml"/><Relationship Id="rId13" Type="http://schemas.openxmlformats.org/officeDocument/2006/relationships/tags" Target="../tags/tag139.xml"/><Relationship Id="rId18" Type="http://schemas.openxmlformats.org/officeDocument/2006/relationships/oleObject" Target="../embeddings/oleObject2.bin"/><Relationship Id="rId3" Type="http://schemas.openxmlformats.org/officeDocument/2006/relationships/tags" Target="../tags/tag129.xml"/><Relationship Id="rId21" Type="http://schemas.openxmlformats.org/officeDocument/2006/relationships/oleObject" Target="../embeddings/oleObject4.bin"/><Relationship Id="rId7" Type="http://schemas.openxmlformats.org/officeDocument/2006/relationships/tags" Target="../tags/tag133.xml"/><Relationship Id="rId12" Type="http://schemas.openxmlformats.org/officeDocument/2006/relationships/tags" Target="../tags/tag138.xml"/><Relationship Id="rId17" Type="http://schemas.openxmlformats.org/officeDocument/2006/relationships/image" Target="../media/image31.wmf"/><Relationship Id="rId2" Type="http://schemas.openxmlformats.org/officeDocument/2006/relationships/tags" Target="../tags/tag128.xml"/><Relationship Id="rId16" Type="http://schemas.openxmlformats.org/officeDocument/2006/relationships/oleObject" Target="../embeddings/oleObject1.bin"/><Relationship Id="rId20" Type="http://schemas.openxmlformats.org/officeDocument/2006/relationships/oleObject" Target="../embeddings/oleObject3.bin"/><Relationship Id="rId1" Type="http://schemas.openxmlformats.org/officeDocument/2006/relationships/tags" Target="../tags/tag127.xml"/><Relationship Id="rId6" Type="http://schemas.openxmlformats.org/officeDocument/2006/relationships/tags" Target="../tags/tag132.xml"/><Relationship Id="rId11" Type="http://schemas.openxmlformats.org/officeDocument/2006/relationships/tags" Target="../tags/tag137.xml"/><Relationship Id="rId5" Type="http://schemas.openxmlformats.org/officeDocument/2006/relationships/tags" Target="../tags/tag131.xml"/><Relationship Id="rId15" Type="http://schemas.openxmlformats.org/officeDocument/2006/relationships/notesSlide" Target="../notesSlides/notesSlide16.xml"/><Relationship Id="rId10" Type="http://schemas.openxmlformats.org/officeDocument/2006/relationships/tags" Target="../tags/tag136.xml"/><Relationship Id="rId19" Type="http://schemas.openxmlformats.org/officeDocument/2006/relationships/image" Target="../media/image32.emf"/><Relationship Id="rId4" Type="http://schemas.openxmlformats.org/officeDocument/2006/relationships/tags" Target="../tags/tag130.xml"/><Relationship Id="rId9" Type="http://schemas.openxmlformats.org/officeDocument/2006/relationships/tags" Target="../tags/tag135.xml"/><Relationship Id="rId14"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34.wmf"/><Relationship Id="rId4" Type="http://schemas.openxmlformats.org/officeDocument/2006/relationships/oleObject" Target="../embeddings/oleObject5.bin"/></Relationships>
</file>

<file path=ppt/slides/_rels/slide18.xml.rels><?xml version="1.0" encoding="UTF-8" standalone="yes"?>
<Relationships xmlns="http://schemas.openxmlformats.org/package/2006/relationships"><Relationship Id="rId8" Type="http://schemas.openxmlformats.org/officeDocument/2006/relationships/tags" Target="../tags/tag147.xml"/><Relationship Id="rId3" Type="http://schemas.openxmlformats.org/officeDocument/2006/relationships/tags" Target="../tags/tag142.xml"/><Relationship Id="rId7" Type="http://schemas.openxmlformats.org/officeDocument/2006/relationships/tags" Target="../tags/tag146.xml"/><Relationship Id="rId12" Type="http://schemas.openxmlformats.org/officeDocument/2006/relationships/notesSlide" Target="../notesSlides/notesSlide18.xml"/><Relationship Id="rId2" Type="http://schemas.openxmlformats.org/officeDocument/2006/relationships/tags" Target="../tags/tag141.xml"/><Relationship Id="rId1" Type="http://schemas.openxmlformats.org/officeDocument/2006/relationships/tags" Target="../tags/tag140.xml"/><Relationship Id="rId6" Type="http://schemas.openxmlformats.org/officeDocument/2006/relationships/tags" Target="../tags/tag145.xml"/><Relationship Id="rId11" Type="http://schemas.openxmlformats.org/officeDocument/2006/relationships/slideLayout" Target="../slideLayouts/slideLayout7.xml"/><Relationship Id="rId5" Type="http://schemas.openxmlformats.org/officeDocument/2006/relationships/tags" Target="../tags/tag144.xml"/><Relationship Id="rId10" Type="http://schemas.openxmlformats.org/officeDocument/2006/relationships/tags" Target="../tags/tag149.xml"/><Relationship Id="rId4" Type="http://schemas.openxmlformats.org/officeDocument/2006/relationships/tags" Target="../tags/tag143.xml"/><Relationship Id="rId9" Type="http://schemas.openxmlformats.org/officeDocument/2006/relationships/tags" Target="../tags/tag148.xml"/></Relationships>
</file>

<file path=ppt/slides/_rels/slide19.xml.rels><?xml version="1.0" encoding="UTF-8" standalone="yes"?>
<Relationships xmlns="http://schemas.openxmlformats.org/package/2006/relationships"><Relationship Id="rId8" Type="http://schemas.openxmlformats.org/officeDocument/2006/relationships/tags" Target="../tags/tag157.xml"/><Relationship Id="rId13" Type="http://schemas.openxmlformats.org/officeDocument/2006/relationships/oleObject" Target="../embeddings/oleObject6.bin"/><Relationship Id="rId3" Type="http://schemas.openxmlformats.org/officeDocument/2006/relationships/tags" Target="../tags/tag152.xml"/><Relationship Id="rId7" Type="http://schemas.openxmlformats.org/officeDocument/2006/relationships/tags" Target="../tags/tag156.xml"/><Relationship Id="rId12" Type="http://schemas.openxmlformats.org/officeDocument/2006/relationships/notesSlide" Target="../notesSlides/notesSlide19.xml"/><Relationship Id="rId2" Type="http://schemas.openxmlformats.org/officeDocument/2006/relationships/tags" Target="../tags/tag151.xml"/><Relationship Id="rId16" Type="http://schemas.openxmlformats.org/officeDocument/2006/relationships/image" Target="../media/image36.emf"/><Relationship Id="rId1" Type="http://schemas.openxmlformats.org/officeDocument/2006/relationships/tags" Target="../tags/tag150.xml"/><Relationship Id="rId6" Type="http://schemas.openxmlformats.org/officeDocument/2006/relationships/tags" Target="../tags/tag155.xml"/><Relationship Id="rId11" Type="http://schemas.openxmlformats.org/officeDocument/2006/relationships/slideLayout" Target="../slideLayouts/slideLayout7.xml"/><Relationship Id="rId5" Type="http://schemas.openxmlformats.org/officeDocument/2006/relationships/tags" Target="../tags/tag154.xml"/><Relationship Id="rId15" Type="http://schemas.openxmlformats.org/officeDocument/2006/relationships/oleObject" Target="../embeddings/oleObject7.bin"/><Relationship Id="rId10" Type="http://schemas.openxmlformats.org/officeDocument/2006/relationships/tags" Target="../tags/tag159.xml"/><Relationship Id="rId4" Type="http://schemas.openxmlformats.org/officeDocument/2006/relationships/tags" Target="../tags/tag153.xml"/><Relationship Id="rId9" Type="http://schemas.openxmlformats.org/officeDocument/2006/relationships/tags" Target="../tags/tag158.xml"/><Relationship Id="rId14" Type="http://schemas.openxmlformats.org/officeDocument/2006/relationships/image" Target="../media/image35.emf"/></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tags" Target="../tags/tag167.xml"/><Relationship Id="rId13" Type="http://schemas.openxmlformats.org/officeDocument/2006/relationships/tags" Target="../tags/tag172.xml"/><Relationship Id="rId3" Type="http://schemas.openxmlformats.org/officeDocument/2006/relationships/tags" Target="../tags/tag162.xml"/><Relationship Id="rId7" Type="http://schemas.openxmlformats.org/officeDocument/2006/relationships/tags" Target="../tags/tag166.xml"/><Relationship Id="rId12" Type="http://schemas.openxmlformats.org/officeDocument/2006/relationships/tags" Target="../tags/tag171.xml"/><Relationship Id="rId17" Type="http://schemas.openxmlformats.org/officeDocument/2006/relationships/notesSlide" Target="../notesSlides/notesSlide22.xml"/><Relationship Id="rId2" Type="http://schemas.openxmlformats.org/officeDocument/2006/relationships/tags" Target="../tags/tag161.xml"/><Relationship Id="rId16" Type="http://schemas.openxmlformats.org/officeDocument/2006/relationships/slideLayout" Target="../slideLayouts/slideLayout7.xml"/><Relationship Id="rId1" Type="http://schemas.openxmlformats.org/officeDocument/2006/relationships/tags" Target="../tags/tag160.xml"/><Relationship Id="rId6" Type="http://schemas.openxmlformats.org/officeDocument/2006/relationships/tags" Target="../tags/tag165.xml"/><Relationship Id="rId11" Type="http://schemas.openxmlformats.org/officeDocument/2006/relationships/tags" Target="../tags/tag170.xml"/><Relationship Id="rId5" Type="http://schemas.openxmlformats.org/officeDocument/2006/relationships/tags" Target="../tags/tag164.xml"/><Relationship Id="rId15" Type="http://schemas.openxmlformats.org/officeDocument/2006/relationships/tags" Target="../tags/tag174.xml"/><Relationship Id="rId10" Type="http://schemas.openxmlformats.org/officeDocument/2006/relationships/tags" Target="../tags/tag169.xml"/><Relationship Id="rId4" Type="http://schemas.openxmlformats.org/officeDocument/2006/relationships/tags" Target="../tags/tag163.xml"/><Relationship Id="rId9" Type="http://schemas.openxmlformats.org/officeDocument/2006/relationships/tags" Target="../tags/tag168.xml"/><Relationship Id="rId14" Type="http://schemas.openxmlformats.org/officeDocument/2006/relationships/tags" Target="../tags/tag173.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tags" Target="../tags/tag175.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77.xml"/><Relationship Id="rId1" Type="http://schemas.openxmlformats.org/officeDocument/2006/relationships/tags" Target="../tags/tag176.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9" name="MH_Other_8"/>
          <p:cNvPicPr/>
          <p:nvPr>
            <p:custDataLst>
              <p:tags r:id="rId1"/>
            </p:custDataLst>
          </p:nvPr>
        </p:nvPicPr>
        <p:blipFill>
          <a:blip r:embed="rId5" cstate="print">
            <a:extLst>
              <a:ext uri="{28A0092B-C50C-407E-A947-70E740481C1C}">
                <a14:useLocalDpi xmlns:a14="http://schemas.microsoft.com/office/drawing/2010/main" val="0"/>
              </a:ext>
            </a:extLst>
          </a:blip>
          <a:srcRect l="50887"/>
          <a:stretch>
            <a:fillRect/>
          </a:stretch>
        </p:blipFill>
        <p:spPr bwMode="auto">
          <a:xfrm rot="5400000" flipH="1">
            <a:off x="6024000" y="-3032194"/>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MH_Other_8"/>
          <p:cNvPicPr/>
          <p:nvPr>
            <p:custDataLst>
              <p:tags r:id="rId2"/>
            </p:custDataLst>
          </p:nvPr>
        </p:nvPicPr>
        <p:blipFill>
          <a:blip r:embed="rId5" cstate="print">
            <a:extLst>
              <a:ext uri="{28A0092B-C50C-407E-A947-70E740481C1C}">
                <a14:useLocalDpi xmlns:a14="http://schemas.microsoft.com/office/drawing/2010/main" val="0"/>
              </a:ext>
            </a:extLst>
          </a:blip>
          <a:srcRect l="50887"/>
          <a:stretch>
            <a:fillRect/>
          </a:stretch>
        </p:blipFill>
        <p:spPr bwMode="auto">
          <a:xfrm rot="16200000" flipH="1" flipV="1">
            <a:off x="6024001" y="-127232"/>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0" y="2204967"/>
            <a:ext cx="12192000" cy="2861362"/>
          </a:xfrm>
          <a:prstGeom prst="rect">
            <a:avLst/>
          </a:prstGeom>
          <a:solidFill>
            <a:srgbClr val="00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4EA2"/>
              </a:solidFill>
            </a:endParaRPr>
          </a:p>
        </p:txBody>
      </p:sp>
      <p:sp>
        <p:nvSpPr>
          <p:cNvPr id="15" name="文本框 14"/>
          <p:cNvSpPr txBox="1"/>
          <p:nvPr/>
        </p:nvSpPr>
        <p:spPr>
          <a:xfrm>
            <a:off x="253365" y="2691765"/>
            <a:ext cx="11678920" cy="706755"/>
          </a:xfrm>
          <a:prstGeom prst="rect">
            <a:avLst/>
          </a:prstGeom>
          <a:noFill/>
        </p:spPr>
        <p:txBody>
          <a:bodyPr wrap="square" rtlCol="0">
            <a:spAutoFit/>
          </a:bodyPr>
          <a:lstStyle/>
          <a:p>
            <a:pPr algn="ctr"/>
            <a:r>
              <a:rPr lang="zh-CN" altLang="en-US" sz="4000" b="1">
                <a:solidFill>
                  <a:schemeClr val="bg1">
                    <a:lumMod val="95000"/>
                  </a:schemeClr>
                </a:solidFill>
                <a:latin typeface="微软雅黑" panose="020B0503020204020204" pitchFamily="34" charset="-122"/>
                <a:ea typeface="微软雅黑" panose="020B0503020204020204" pitchFamily="34" charset="-122"/>
              </a:rPr>
              <a:t>基于点云与可见光融合的船舶目标检测算法研究</a:t>
            </a:r>
            <a:endParaRPr lang="zh-CN" altLang="en-US" sz="4000" b="1" dirty="0">
              <a:solidFill>
                <a:schemeClr val="bg1">
                  <a:lumMod val="95000"/>
                </a:schemeClr>
              </a:solidFill>
              <a:latin typeface="微软雅黑" panose="020B0503020204020204" pitchFamily="34" charset="-122"/>
              <a:ea typeface="微软雅黑" panose="020B0503020204020204" pitchFamily="34" charset="-122"/>
            </a:endParaRPr>
          </a:p>
        </p:txBody>
      </p:sp>
      <p:sp>
        <p:nvSpPr>
          <p:cNvPr id="16" name="TextBox 10"/>
          <p:cNvSpPr txBox="1"/>
          <p:nvPr/>
        </p:nvSpPr>
        <p:spPr>
          <a:xfrm>
            <a:off x="2565806" y="3981206"/>
            <a:ext cx="7060388" cy="523196"/>
          </a:xfrm>
          <a:prstGeom prst="rect">
            <a:avLst/>
          </a:prstGeom>
          <a:solidFill>
            <a:srgbClr val="004EA2"/>
          </a:solidFill>
        </p:spPr>
        <p:txBody>
          <a:bodyPr wrap="square" lIns="91416" tIns="45708" rIns="91416" bIns="45708" rtlCol="0">
            <a:spAutoFit/>
          </a:bodyPr>
          <a:lstStyle>
            <a:defPPr>
              <a:defRPr lang="zh-CN"/>
            </a:defPPr>
            <a:lvl1pPr>
              <a:defRPr sz="2000">
                <a:solidFill>
                  <a:schemeClr val="bg1"/>
                </a:solidFill>
                <a:latin typeface="微软雅黑" panose="020B0503020204020204" pitchFamily="34" charset="-122"/>
                <a:ea typeface="微软雅黑" panose="020B0503020204020204" pitchFamily="34" charset="-122"/>
              </a:defRPr>
            </a:lvl1pPr>
          </a:lstStyle>
          <a:p>
            <a:pPr algn="ctr"/>
            <a:r>
              <a:rPr lang="zh-CN" altLang="en-US" sz="2800" dirty="0">
                <a:solidFill>
                  <a:schemeClr val="bg1">
                    <a:lumMod val="95000"/>
                  </a:schemeClr>
                </a:solidFill>
                <a:latin typeface="微软雅黑" panose="020B0503020204020204" pitchFamily="34" charset="-122"/>
                <a:ea typeface="微软雅黑" panose="020B0503020204020204" pitchFamily="34" charset="-122"/>
              </a:rPr>
              <a:t>哈尔滨工程大学</a:t>
            </a:r>
            <a:endParaRPr lang="en-US" altLang="zh-CN" sz="2800" dirty="0">
              <a:solidFill>
                <a:schemeClr val="bg1">
                  <a:lumMod val="95000"/>
                </a:schemeClr>
              </a:solidFill>
              <a:latin typeface="微软雅黑" panose="020B0503020204020204" pitchFamily="34" charset="-122"/>
              <a:ea typeface="微软雅黑" panose="020B0503020204020204" pitchFamily="34" charset="-122"/>
            </a:endParaRPr>
          </a:p>
        </p:txBody>
      </p:sp>
      <p:pic>
        <p:nvPicPr>
          <p:cNvPr id="19" name="图片 1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980235" y="517405"/>
            <a:ext cx="4226054" cy="1122364"/>
          </a:xfrm>
          <a:prstGeom prst="rect">
            <a:avLst/>
          </a:prstGeom>
        </p:spPr>
      </p:pic>
      <p:sp>
        <p:nvSpPr>
          <p:cNvPr id="13" name="TextBox 6"/>
          <p:cNvSpPr txBox="1"/>
          <p:nvPr/>
        </p:nvSpPr>
        <p:spPr>
          <a:xfrm>
            <a:off x="3640565" y="5651091"/>
            <a:ext cx="1979981" cy="400085"/>
          </a:xfrm>
          <a:prstGeom prst="rect">
            <a:avLst/>
          </a:prstGeom>
          <a:noFill/>
        </p:spPr>
        <p:txBody>
          <a:bodyPr wrap="none" lIns="91416" tIns="45708" rIns="91416" bIns="45708" rtlCol="0">
            <a:spAutoFit/>
          </a:bodyPr>
          <a:lstStyle>
            <a:defPPr>
              <a:defRPr lang="zh-CN"/>
            </a:defPPr>
            <a:lvl1pPr>
              <a:defRPr sz="2000">
                <a:solidFill>
                  <a:schemeClr val="accent2"/>
                </a:solidFill>
                <a:latin typeface="+mn-ea"/>
                <a:ea typeface="+mn-ea"/>
              </a:defRPr>
            </a:lvl1pPr>
          </a:lstStyle>
          <a:p>
            <a:pPr algn="ctr"/>
            <a:r>
              <a:rPr lang="zh-CN" altLang="en-US" b="1" dirty="0">
                <a:solidFill>
                  <a:srgbClr val="004EA2"/>
                </a:solidFill>
                <a:latin typeface="微软雅黑" panose="020B0503020204020204" pitchFamily="34" charset="-122"/>
                <a:ea typeface="微软雅黑" panose="020B0503020204020204" pitchFamily="34" charset="-122"/>
              </a:rPr>
              <a:t>答辩</a:t>
            </a:r>
            <a:r>
              <a:rPr lang="zh-CN" altLang="en-US" b="1">
                <a:solidFill>
                  <a:srgbClr val="004EA2"/>
                </a:solidFill>
                <a:latin typeface="微软雅黑" panose="020B0503020204020204" pitchFamily="34" charset="-122"/>
                <a:ea typeface="微软雅黑" panose="020B0503020204020204" pitchFamily="34" charset="-122"/>
              </a:rPr>
              <a:t>人</a:t>
            </a:r>
            <a:r>
              <a:rPr lang="zh-CN" altLang="en-US">
                <a:solidFill>
                  <a:srgbClr val="004EA2"/>
                </a:solidFill>
                <a:latin typeface="微软雅黑" panose="020B0503020204020204" pitchFamily="34" charset="-122"/>
                <a:ea typeface="微软雅黑" panose="020B0503020204020204" pitchFamily="34" charset="-122"/>
              </a:rPr>
              <a:t>：</a:t>
            </a:r>
            <a:r>
              <a:rPr lang="zh-CN" altLang="en-US" b="1">
                <a:solidFill>
                  <a:schemeClr val="tx1"/>
                </a:solidFill>
                <a:latin typeface="微软雅黑" panose="020B0503020204020204" pitchFamily="34" charset="-122"/>
                <a:ea typeface="微软雅黑" panose="020B0503020204020204" pitchFamily="34" charset="-122"/>
              </a:rPr>
              <a:t>姜世明</a:t>
            </a: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14" name="TextBox 7"/>
          <p:cNvSpPr txBox="1"/>
          <p:nvPr/>
        </p:nvSpPr>
        <p:spPr>
          <a:xfrm>
            <a:off x="6530894" y="5651091"/>
            <a:ext cx="2467610" cy="397510"/>
          </a:xfrm>
          <a:prstGeom prst="rect">
            <a:avLst/>
          </a:prstGeom>
          <a:noFill/>
        </p:spPr>
        <p:txBody>
          <a:bodyPr wrap="none" lIns="91416" tIns="45708" rIns="91416" bIns="45708" rtlCol="0">
            <a:spAutoFit/>
          </a:bodyPr>
          <a:lstStyle/>
          <a:p>
            <a:pPr algn="ctr"/>
            <a:r>
              <a:rPr lang="zh-CN" altLang="en-US" sz="2000" b="1">
                <a:solidFill>
                  <a:srgbClr val="004EA2"/>
                </a:solidFill>
                <a:latin typeface="微软雅黑" panose="020B0503020204020204" pitchFamily="34" charset="-122"/>
                <a:ea typeface="微软雅黑" panose="020B0503020204020204" pitchFamily="34" charset="-122"/>
              </a:rPr>
              <a:t>指导教师：</a:t>
            </a:r>
            <a:r>
              <a:rPr lang="zh-CN" altLang="en-US" sz="2000" b="1">
                <a:latin typeface="微软雅黑" panose="020B0503020204020204" pitchFamily="34" charset="-122"/>
                <a:ea typeface="微软雅黑" panose="020B0503020204020204" pitchFamily="34" charset="-122"/>
              </a:rPr>
              <a:t>苏丽教授</a:t>
            </a:r>
            <a:endPar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7" name="圆角矩形 16"/>
          <p:cNvSpPr/>
          <p:nvPr/>
        </p:nvSpPr>
        <p:spPr>
          <a:xfrm>
            <a:off x="-1743421" y="1776690"/>
            <a:ext cx="5651845" cy="3073400"/>
          </a:xfrm>
          <a:prstGeom prst="roundRect">
            <a:avLst>
              <a:gd name="adj" fmla="val 50000"/>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圆角矩形 1"/>
          <p:cNvSpPr/>
          <p:nvPr/>
        </p:nvSpPr>
        <p:spPr>
          <a:xfrm>
            <a:off x="-1556426" y="1882709"/>
            <a:ext cx="5261917" cy="2861362"/>
          </a:xfrm>
          <a:prstGeom prst="roundRect">
            <a:avLst>
              <a:gd name="adj" fmla="val 50000"/>
            </a:avLst>
          </a:prstGeom>
          <a:solidFill>
            <a:srgbClr val="00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5009437" y="6163965"/>
            <a:ext cx="2173125" cy="577143"/>
          </a:xfrm>
          <a:prstGeom prst="rect">
            <a:avLst/>
          </a:prstGeom>
        </p:spPr>
      </p:pic>
      <p:grpSp>
        <p:nvGrpSpPr>
          <p:cNvPr id="8" name="组合 7"/>
          <p:cNvGrpSpPr/>
          <p:nvPr>
            <p:custDataLst>
              <p:tags r:id="rId1"/>
            </p:custDataLst>
          </p:nvPr>
        </p:nvGrpSpPr>
        <p:grpSpPr>
          <a:xfrm>
            <a:off x="5175949" y="1273450"/>
            <a:ext cx="5314251" cy="577144"/>
            <a:chOff x="5175949" y="1088967"/>
            <a:chExt cx="5314251" cy="577144"/>
          </a:xfrm>
          <a:effectLst>
            <a:outerShdw blurRad="50800" dist="38100" dir="5400000" algn="t" rotWithShape="0">
              <a:prstClr val="black">
                <a:alpha val="40000"/>
              </a:prstClr>
            </a:outerShdw>
          </a:effectLst>
        </p:grpSpPr>
        <p:sp>
          <p:nvSpPr>
            <p:cNvPr id="3" name="矩形: 圆角 2"/>
            <p:cNvSpPr/>
            <p:nvPr>
              <p:custDataLst>
                <p:tags r:id="rId11"/>
              </p:custDataLst>
            </p:nvPr>
          </p:nvSpPr>
          <p:spPr>
            <a:xfrm>
              <a:off x="5175949" y="1088967"/>
              <a:ext cx="789056" cy="577143"/>
            </a:xfrm>
            <a:prstGeom prst="roundRect">
              <a:avLst/>
            </a:prstGeom>
            <a:solidFill>
              <a:srgbClr val="004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微软雅黑" panose="020B0503020204020204" pitchFamily="34" charset="-122"/>
                  <a:ea typeface="微软雅黑" panose="020B0503020204020204" pitchFamily="34" charset="-122"/>
                </a:rPr>
                <a:t>01</a:t>
              </a:r>
              <a:endParaRPr lang="zh-CN" altLang="en-US" sz="2400" b="1" dirty="0">
                <a:latin typeface="微软雅黑" panose="020B0503020204020204" pitchFamily="34" charset="-122"/>
                <a:ea typeface="微软雅黑" panose="020B0503020204020204" pitchFamily="34" charset="-122"/>
              </a:endParaRPr>
            </a:p>
          </p:txBody>
        </p:sp>
        <p:sp>
          <p:nvSpPr>
            <p:cNvPr id="59" name="圆角矩形 58"/>
            <p:cNvSpPr/>
            <p:nvPr>
              <p:custDataLst>
                <p:tags r:id="rId12"/>
              </p:custDataLst>
            </p:nvPr>
          </p:nvSpPr>
          <p:spPr>
            <a:xfrm>
              <a:off x="6495393" y="1088967"/>
              <a:ext cx="3994807" cy="577144"/>
            </a:xfrm>
            <a:prstGeom prst="roundRect">
              <a:avLst>
                <a:gd name="adj" fmla="val 50000"/>
              </a:avLst>
            </a:prstGeom>
            <a:solidFill>
              <a:srgbClr val="00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研究背景及意义</a:t>
              </a:r>
            </a:p>
          </p:txBody>
        </p:sp>
      </p:grpSp>
      <p:sp>
        <p:nvSpPr>
          <p:cNvPr id="64" name="TextBox 78"/>
          <p:cNvSpPr txBox="1"/>
          <p:nvPr/>
        </p:nvSpPr>
        <p:spPr>
          <a:xfrm>
            <a:off x="565975" y="3617679"/>
            <a:ext cx="2063385" cy="502766"/>
          </a:xfrm>
          <a:prstGeom prst="rect">
            <a:avLst/>
          </a:prstGeom>
          <a:noFill/>
        </p:spPr>
        <p:txBody>
          <a:bodyPr wrap="none" rtlCol="0">
            <a:spAutoFit/>
          </a:bodyPr>
          <a:lstStyle/>
          <a:p>
            <a:pPr algn="ctr"/>
            <a:r>
              <a:rPr lang="en-US" altLang="zh-CN" sz="2665" b="1" dirty="0">
                <a:solidFill>
                  <a:schemeClr val="bg1"/>
                </a:solidFill>
                <a:latin typeface="Impact MT Std" pitchFamily="34" charset="0"/>
                <a:ea typeface="微软雅黑" panose="020B0503020204020204" pitchFamily="34" charset="-122"/>
              </a:rPr>
              <a:t>CONTENTS</a:t>
            </a:r>
            <a:endParaRPr lang="zh-CN" altLang="en-US" sz="2665" b="1" dirty="0">
              <a:solidFill>
                <a:schemeClr val="bg1"/>
              </a:solidFill>
              <a:latin typeface="Impact MT Std" pitchFamily="34" charset="0"/>
              <a:ea typeface="微软雅黑" panose="020B0503020204020204" pitchFamily="34" charset="-122"/>
            </a:endParaRPr>
          </a:p>
        </p:txBody>
      </p:sp>
      <p:sp>
        <p:nvSpPr>
          <p:cNvPr id="65" name="TextBox 79"/>
          <p:cNvSpPr txBox="1"/>
          <p:nvPr/>
        </p:nvSpPr>
        <p:spPr>
          <a:xfrm>
            <a:off x="641317" y="2561563"/>
            <a:ext cx="1912703" cy="995209"/>
          </a:xfrm>
          <a:prstGeom prst="rect">
            <a:avLst/>
          </a:prstGeom>
          <a:noFill/>
        </p:spPr>
        <p:txBody>
          <a:bodyPr wrap="none" rtlCol="0">
            <a:spAutoFit/>
          </a:bodyPr>
          <a:lstStyle/>
          <a:p>
            <a:pPr algn="ctr"/>
            <a:r>
              <a:rPr lang="zh-CN" altLang="en-US" sz="5865" b="1" dirty="0">
                <a:solidFill>
                  <a:schemeClr val="bg1"/>
                </a:solidFill>
                <a:latin typeface="微软雅黑" panose="020B0503020204020204" pitchFamily="34" charset="-122"/>
                <a:ea typeface="微软雅黑" panose="020B0503020204020204" pitchFamily="34" charset="-122"/>
              </a:rPr>
              <a:t>目 录</a:t>
            </a:r>
          </a:p>
        </p:txBody>
      </p:sp>
      <p:grpSp>
        <p:nvGrpSpPr>
          <p:cNvPr id="7" name="组合 6"/>
          <p:cNvGrpSpPr/>
          <p:nvPr>
            <p:custDataLst>
              <p:tags r:id="rId2"/>
            </p:custDataLst>
          </p:nvPr>
        </p:nvGrpSpPr>
        <p:grpSpPr>
          <a:xfrm>
            <a:off x="5175949" y="2491817"/>
            <a:ext cx="5314251" cy="577144"/>
            <a:chOff x="5175949" y="2056890"/>
            <a:chExt cx="5314251" cy="577144"/>
          </a:xfrm>
          <a:effectLst>
            <a:outerShdw blurRad="50800" dist="38100" dir="5400000" algn="t" rotWithShape="0">
              <a:prstClr val="black">
                <a:alpha val="40000"/>
              </a:prstClr>
            </a:outerShdw>
          </a:effectLst>
        </p:grpSpPr>
        <p:sp>
          <p:nvSpPr>
            <p:cNvPr id="60" name="圆角矩形 59"/>
            <p:cNvSpPr/>
            <p:nvPr>
              <p:custDataLst>
                <p:tags r:id="rId9"/>
              </p:custDataLst>
            </p:nvPr>
          </p:nvSpPr>
          <p:spPr>
            <a:xfrm>
              <a:off x="6495393" y="2056890"/>
              <a:ext cx="3994807" cy="577144"/>
            </a:xfrm>
            <a:prstGeom prst="roundRect">
              <a:avLst>
                <a:gd name="adj" fmla="val 50000"/>
              </a:avLst>
            </a:prstGeom>
            <a:solidFill>
              <a:srgbClr val="00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研究内容及技术方案</a:t>
              </a:r>
            </a:p>
          </p:txBody>
        </p:sp>
        <p:sp>
          <p:nvSpPr>
            <p:cNvPr id="18" name="矩形: 圆角 17"/>
            <p:cNvSpPr/>
            <p:nvPr>
              <p:custDataLst>
                <p:tags r:id="rId10"/>
              </p:custDataLst>
            </p:nvPr>
          </p:nvSpPr>
          <p:spPr>
            <a:xfrm>
              <a:off x="5175949" y="2056890"/>
              <a:ext cx="789056" cy="577143"/>
            </a:xfrm>
            <a:prstGeom prst="roundRect">
              <a:avLst/>
            </a:prstGeom>
            <a:solidFill>
              <a:srgbClr val="004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微软雅黑" panose="020B0503020204020204" pitchFamily="34" charset="-122"/>
                  <a:ea typeface="微软雅黑" panose="020B0503020204020204" pitchFamily="34" charset="-122"/>
                </a:rPr>
                <a:t>02</a:t>
              </a:r>
              <a:endParaRPr lang="zh-CN" altLang="en-US" sz="2400" b="1" dirty="0">
                <a:latin typeface="微软雅黑" panose="020B0503020204020204" pitchFamily="34" charset="-122"/>
                <a:ea typeface="微软雅黑" panose="020B0503020204020204" pitchFamily="34" charset="-122"/>
              </a:endParaRPr>
            </a:p>
          </p:txBody>
        </p:sp>
      </p:grpSp>
      <p:grpSp>
        <p:nvGrpSpPr>
          <p:cNvPr id="6" name="组合 5"/>
          <p:cNvGrpSpPr/>
          <p:nvPr>
            <p:custDataLst>
              <p:tags r:id="rId3"/>
            </p:custDataLst>
          </p:nvPr>
        </p:nvGrpSpPr>
        <p:grpSpPr>
          <a:xfrm>
            <a:off x="5175949" y="3710184"/>
            <a:ext cx="5314251" cy="577147"/>
            <a:chOff x="5175949" y="3024814"/>
            <a:chExt cx="5314251" cy="577147"/>
          </a:xfrm>
          <a:effectLst>
            <a:outerShdw blurRad="50800" dist="38100" dir="5400000" algn="t" rotWithShape="0">
              <a:prstClr val="black">
                <a:alpha val="40000"/>
              </a:prstClr>
            </a:outerShdw>
          </a:effectLst>
        </p:grpSpPr>
        <p:sp>
          <p:nvSpPr>
            <p:cNvPr id="61" name="圆角矩形 60"/>
            <p:cNvSpPr/>
            <p:nvPr>
              <p:custDataLst>
                <p:tags r:id="rId7"/>
              </p:custDataLst>
            </p:nvPr>
          </p:nvSpPr>
          <p:spPr>
            <a:xfrm>
              <a:off x="6495393" y="3024817"/>
              <a:ext cx="3994807" cy="577144"/>
            </a:xfrm>
            <a:prstGeom prst="roundRect">
              <a:avLst>
                <a:gd name="adj" fmla="val 50000"/>
              </a:avLst>
            </a:prstGeom>
            <a:solidFill>
              <a:srgbClr val="00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Tx/>
                <a:buSzTx/>
                <a:buFontTx/>
              </a:pPr>
              <a:r>
                <a:rPr lang="zh-CN" altLang="en-US" sz="2400" b="1" dirty="0">
                  <a:latin typeface="微软雅黑" panose="020B0503020204020204" pitchFamily="34" charset="-122"/>
                  <a:ea typeface="微软雅黑" panose="020B0503020204020204" pitchFamily="34" charset="-122"/>
                </a:rPr>
                <a:t>论文结构安排</a:t>
              </a:r>
            </a:p>
          </p:txBody>
        </p:sp>
        <p:sp>
          <p:nvSpPr>
            <p:cNvPr id="19" name="矩形: 圆角 18"/>
            <p:cNvSpPr/>
            <p:nvPr>
              <p:custDataLst>
                <p:tags r:id="rId8"/>
              </p:custDataLst>
            </p:nvPr>
          </p:nvSpPr>
          <p:spPr>
            <a:xfrm>
              <a:off x="5175949" y="3024814"/>
              <a:ext cx="789056" cy="577143"/>
            </a:xfrm>
            <a:prstGeom prst="roundRect">
              <a:avLst/>
            </a:prstGeom>
            <a:solidFill>
              <a:srgbClr val="004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微软雅黑" panose="020B0503020204020204" pitchFamily="34" charset="-122"/>
                  <a:ea typeface="微软雅黑" panose="020B0503020204020204" pitchFamily="34" charset="-122"/>
                </a:rPr>
                <a:t>03</a:t>
              </a:r>
              <a:endParaRPr lang="zh-CN" altLang="en-US" sz="2400" b="1" dirty="0">
                <a:latin typeface="微软雅黑" panose="020B0503020204020204" pitchFamily="34" charset="-122"/>
                <a:ea typeface="微软雅黑" panose="020B0503020204020204" pitchFamily="34" charset="-122"/>
              </a:endParaRPr>
            </a:p>
          </p:txBody>
        </p:sp>
      </p:grpSp>
      <p:grpSp>
        <p:nvGrpSpPr>
          <p:cNvPr id="5" name="组合 4"/>
          <p:cNvGrpSpPr/>
          <p:nvPr>
            <p:custDataLst>
              <p:tags r:id="rId4"/>
            </p:custDataLst>
          </p:nvPr>
        </p:nvGrpSpPr>
        <p:grpSpPr>
          <a:xfrm>
            <a:off x="5175949" y="4928554"/>
            <a:ext cx="5314251" cy="577144"/>
            <a:chOff x="5175949" y="3992742"/>
            <a:chExt cx="5314251" cy="577144"/>
          </a:xfrm>
          <a:effectLst>
            <a:outerShdw blurRad="50800" dist="38100" dir="5400000" algn="t" rotWithShape="0">
              <a:prstClr val="black">
                <a:alpha val="40000"/>
              </a:prstClr>
            </a:outerShdw>
          </a:effectLst>
        </p:grpSpPr>
        <p:sp>
          <p:nvSpPr>
            <p:cNvPr id="62" name="圆角矩形 61"/>
            <p:cNvSpPr/>
            <p:nvPr>
              <p:custDataLst>
                <p:tags r:id="rId5"/>
              </p:custDataLst>
            </p:nvPr>
          </p:nvSpPr>
          <p:spPr>
            <a:xfrm>
              <a:off x="6495393" y="3992742"/>
              <a:ext cx="3994807" cy="577144"/>
            </a:xfrm>
            <a:prstGeom prst="roundRect">
              <a:avLst>
                <a:gd name="adj" fmla="val 50000"/>
              </a:avLst>
            </a:prstGeom>
            <a:solidFill>
              <a:srgbClr val="00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Tx/>
                <a:buSzTx/>
                <a:buFontTx/>
              </a:pPr>
              <a:r>
                <a:rPr lang="zh-CN" altLang="en-US" sz="2400" b="1" dirty="0">
                  <a:latin typeface="微软雅黑" panose="020B0503020204020204" pitchFamily="34" charset="-122"/>
                  <a:ea typeface="微软雅黑" panose="020B0503020204020204" pitchFamily="34" charset="-122"/>
                </a:rPr>
                <a:t>论文进度安排</a:t>
              </a:r>
            </a:p>
          </p:txBody>
        </p:sp>
        <p:sp>
          <p:nvSpPr>
            <p:cNvPr id="20" name="矩形: 圆角 19"/>
            <p:cNvSpPr/>
            <p:nvPr>
              <p:custDataLst>
                <p:tags r:id="rId6"/>
              </p:custDataLst>
            </p:nvPr>
          </p:nvSpPr>
          <p:spPr>
            <a:xfrm>
              <a:off x="5175949" y="3992743"/>
              <a:ext cx="789056" cy="577143"/>
            </a:xfrm>
            <a:prstGeom prst="roundRect">
              <a:avLst/>
            </a:prstGeom>
            <a:solidFill>
              <a:srgbClr val="004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微软雅黑" panose="020B0503020204020204" pitchFamily="34" charset="-122"/>
                  <a:ea typeface="微软雅黑" panose="020B0503020204020204" pitchFamily="34" charset="-122"/>
                </a:rPr>
                <a:t>04</a:t>
              </a:r>
              <a:endParaRPr lang="zh-CN" altLang="en-US" sz="2400" b="1" dirty="0">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00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004EA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grpSp>
      <p:sp>
        <p:nvSpPr>
          <p:cNvPr id="8" name="文本框 7"/>
          <p:cNvSpPr txBox="1"/>
          <p:nvPr/>
        </p:nvSpPr>
        <p:spPr>
          <a:xfrm>
            <a:off x="5545195" y="3503455"/>
            <a:ext cx="1100879" cy="461665"/>
          </a:xfrm>
          <a:prstGeom prst="rect">
            <a:avLst/>
          </a:prstGeom>
          <a:noFill/>
        </p:spPr>
        <p:txBody>
          <a:bodyPr wrap="none" rtlCol="0">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Part.1</a:t>
            </a:r>
          </a:p>
        </p:txBody>
      </p:sp>
      <p:sp>
        <p:nvSpPr>
          <p:cNvPr id="9" name="文本框 8"/>
          <p:cNvSpPr txBox="1"/>
          <p:nvPr/>
        </p:nvSpPr>
        <p:spPr>
          <a:xfrm>
            <a:off x="3326766" y="4862641"/>
            <a:ext cx="5537198" cy="707886"/>
          </a:xfrm>
          <a:prstGeom prst="rect">
            <a:avLst/>
          </a:prstGeom>
          <a:noFill/>
          <a:ln>
            <a:noFill/>
          </a:ln>
        </p:spPr>
        <p:txBody>
          <a:bodyPr wrap="square" rtlCol="0">
            <a:spAutoFit/>
          </a:bodyPr>
          <a:lstStyle/>
          <a:p>
            <a:pPr algn="ctr"/>
            <a:r>
              <a:rPr lang="zh-CN" altLang="en-US" sz="4000" b="1" spc="600" dirty="0">
                <a:solidFill>
                  <a:srgbClr val="004EA2"/>
                </a:solidFill>
                <a:latin typeface="微软雅黑" panose="020B0503020204020204" pitchFamily="34" charset="-122"/>
                <a:ea typeface="微软雅黑" panose="020B0503020204020204" pitchFamily="34" charset="-122"/>
              </a:rPr>
              <a:t>研究背景及意义</a:t>
            </a:r>
          </a:p>
        </p:txBody>
      </p:sp>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66253" y="944304"/>
            <a:ext cx="5498346" cy="1413287"/>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360680" y="283845"/>
            <a:ext cx="2677795" cy="587375"/>
          </a:xfrm>
          <a:prstGeom prst="rect">
            <a:avLst/>
          </a:prstGeom>
          <a:noFill/>
        </p:spPr>
        <p:txBody>
          <a:bodyPr wrap="square" lIns="0" tIns="48000" rIns="0" bIns="48000" rtlCol="0">
            <a:spAutoFit/>
          </a:bodyPr>
          <a:lstStyle/>
          <a:p>
            <a:r>
              <a:rPr lang="en-US" altLang="zh-CN" sz="3200" b="1" dirty="0">
                <a:solidFill>
                  <a:srgbClr val="004EA2"/>
                </a:solidFill>
                <a:latin typeface="微软雅黑" panose="020B0503020204020204" pitchFamily="34" charset="-122"/>
                <a:ea typeface="微软雅黑" panose="020B0503020204020204" pitchFamily="34" charset="-122"/>
              </a:rPr>
              <a:t>1.1 </a:t>
            </a:r>
            <a:r>
              <a:rPr lang="zh-CN" altLang="en-US" sz="3200" b="1" dirty="0">
                <a:solidFill>
                  <a:srgbClr val="004EA2"/>
                </a:solidFill>
                <a:latin typeface="微软雅黑" panose="020B0503020204020204" pitchFamily="34" charset="-122"/>
                <a:ea typeface="微软雅黑" panose="020B0503020204020204" pitchFamily="34" charset="-122"/>
              </a:rPr>
              <a:t>研究背景</a:t>
            </a:r>
          </a:p>
        </p:txBody>
      </p:sp>
      <p:sp>
        <p:nvSpPr>
          <p:cNvPr id="13" name="Shape 2"/>
          <p:cNvSpPr/>
          <p:nvPr>
            <p:custDataLst>
              <p:tags r:id="rId1"/>
            </p:custDataLst>
          </p:nvPr>
        </p:nvSpPr>
        <p:spPr>
          <a:xfrm>
            <a:off x="6036275" y="1651317"/>
            <a:ext cx="5256000" cy="4176000"/>
          </a:xfrm>
          <a:custGeom>
            <a:avLst/>
            <a:gdLst/>
            <a:ahLst/>
            <a:cxnLst/>
            <a:rect l="l" t="t" r="r" b="b"/>
            <a:pathLst>
              <a:path w="4963795" h="3945255">
                <a:moveTo>
                  <a:pt x="867410" y="0"/>
                </a:moveTo>
                <a:lnTo>
                  <a:pt x="4963795" y="0"/>
                </a:lnTo>
                <a:lnTo>
                  <a:pt x="4963795" y="3945255"/>
                </a:lnTo>
                <a:lnTo>
                  <a:pt x="0" y="3945255"/>
                </a:lnTo>
                <a:lnTo>
                  <a:pt x="867410" y="0"/>
                </a:lnTo>
                <a:close/>
              </a:path>
            </a:pathLst>
          </a:custGeom>
          <a:solidFill>
            <a:srgbClr val="D9D9D9"/>
          </a:solidFill>
          <a:ln w="381000">
            <a:solidFill>
              <a:schemeClr val="bg1">
                <a:lumMod val="85000"/>
              </a:schemeClr>
            </a:solidFill>
            <a:prstDash val="solid"/>
          </a:ln>
          <a:effectLst>
            <a:outerShdw blurRad="50800" dist="38100" dir="5400000" algn="t" rotWithShape="0">
              <a:prstClr val="black">
                <a:alpha val="40000"/>
              </a:prstClr>
            </a:outerShdw>
          </a:effectLst>
        </p:spPr>
        <p:txBody>
          <a:bodyPr/>
          <a:lstStyle/>
          <a:p>
            <a:endParaRPr lang="zh-CN" altLang="en-US"/>
          </a:p>
        </p:txBody>
      </p:sp>
      <p:sp>
        <p:nvSpPr>
          <p:cNvPr id="14" name="Shape 0"/>
          <p:cNvSpPr/>
          <p:nvPr>
            <p:custDataLst>
              <p:tags r:id="rId2"/>
            </p:custDataLst>
          </p:nvPr>
        </p:nvSpPr>
        <p:spPr>
          <a:xfrm>
            <a:off x="838734" y="1651316"/>
            <a:ext cx="5256000" cy="4176000"/>
          </a:xfrm>
          <a:custGeom>
            <a:avLst/>
            <a:gdLst/>
            <a:ahLst/>
            <a:cxnLst/>
            <a:rect l="l" t="t" r="r" b="b"/>
            <a:pathLst>
              <a:path w="4984750" h="3945255">
                <a:moveTo>
                  <a:pt x="0" y="0"/>
                </a:moveTo>
                <a:lnTo>
                  <a:pt x="4984750" y="0"/>
                </a:lnTo>
                <a:lnTo>
                  <a:pt x="4117340" y="3945255"/>
                </a:lnTo>
                <a:lnTo>
                  <a:pt x="0" y="3945255"/>
                </a:lnTo>
                <a:lnTo>
                  <a:pt x="0" y="0"/>
                </a:lnTo>
                <a:close/>
              </a:path>
            </a:pathLst>
          </a:custGeom>
          <a:solidFill>
            <a:srgbClr val="004EA2"/>
          </a:solidFill>
          <a:ln w="381000">
            <a:solidFill>
              <a:srgbClr val="004EA2"/>
            </a:solidFill>
            <a:prstDash val="solid"/>
          </a:ln>
          <a:effectLst>
            <a:outerShdw blurRad="50800" dist="38100" dir="5400000" algn="t" rotWithShape="0">
              <a:prstClr val="black">
                <a:alpha val="40000"/>
              </a:prstClr>
            </a:outerShdw>
          </a:effectLst>
        </p:spPr>
        <p:txBody>
          <a:bodyPr/>
          <a:lstStyle/>
          <a:p>
            <a:endParaRPr lang="zh-CN" altLang="en-US"/>
          </a:p>
        </p:txBody>
      </p:sp>
      <p:sp>
        <p:nvSpPr>
          <p:cNvPr id="15" name="Text 5"/>
          <p:cNvSpPr/>
          <p:nvPr>
            <p:custDataLst>
              <p:tags r:id="rId3"/>
            </p:custDataLst>
          </p:nvPr>
        </p:nvSpPr>
        <p:spPr>
          <a:xfrm>
            <a:off x="1086485" y="1878965"/>
            <a:ext cx="2929890" cy="430530"/>
          </a:xfrm>
          <a:prstGeom prst="rect">
            <a:avLst/>
          </a:prstGeom>
          <a:noFill/>
        </p:spPr>
        <p:txBody>
          <a:bodyPr wrap="square" lIns="0" tIns="0" rIns="0" bIns="0" rtlCol="0" anchor="b">
            <a:spAutoFit/>
          </a:bodyPr>
          <a:lstStyle/>
          <a:p>
            <a:pPr indent="0" algn="just">
              <a:lnSpc>
                <a:spcPct val="100000"/>
              </a:lnSpc>
              <a:buNone/>
            </a:pPr>
            <a:r>
              <a:rPr lang="en-US" sz="2800" b="1">
                <a:solidFill>
                  <a:schemeClr val="bg1"/>
                </a:solidFill>
                <a:latin typeface="微软雅黑" panose="020B0503020204020204" pitchFamily="34" charset="-122"/>
                <a:ea typeface="微软雅黑" panose="020B0503020204020204" pitchFamily="34" charset="-122"/>
              </a:rPr>
              <a:t>航运业智能化趋势</a:t>
            </a:r>
            <a:endParaRPr lang="en-US" sz="2800" b="1" dirty="0">
              <a:solidFill>
                <a:schemeClr val="bg1"/>
              </a:solidFill>
              <a:latin typeface="微软雅黑" panose="020B0503020204020204" pitchFamily="34" charset="-122"/>
              <a:ea typeface="微软雅黑" panose="020B0503020204020204" pitchFamily="34" charset="-122"/>
            </a:endParaRPr>
          </a:p>
        </p:txBody>
      </p:sp>
      <p:sp>
        <p:nvSpPr>
          <p:cNvPr id="16" name="Text 4"/>
          <p:cNvSpPr/>
          <p:nvPr>
            <p:custDataLst>
              <p:tags r:id="rId4"/>
            </p:custDataLst>
          </p:nvPr>
        </p:nvSpPr>
        <p:spPr>
          <a:xfrm>
            <a:off x="1043305" y="2707640"/>
            <a:ext cx="4115435" cy="2717165"/>
          </a:xfrm>
          <a:prstGeom prst="rect">
            <a:avLst/>
          </a:prstGeom>
          <a:noFill/>
        </p:spPr>
        <p:txBody>
          <a:bodyPr wrap="square" lIns="0" tIns="0" rIns="0" bIns="0" rtlCol="0" anchor="t">
            <a:noAutofit/>
          </a:bodyPr>
          <a:lstStyle/>
          <a:p>
            <a:pPr indent="0" algn="just" fontAlgn="auto">
              <a:lnSpc>
                <a:spcPct val="150000"/>
              </a:lnSpc>
            </a:pPr>
            <a:r>
              <a:rPr lang="en-US" sz="2100" b="1" dirty="0">
                <a:solidFill>
                  <a:schemeClr val="bg1"/>
                </a:solidFill>
                <a:latin typeface="微软雅黑" panose="020B0503020204020204" pitchFamily="34" charset="-122"/>
                <a:ea typeface="微软雅黑" panose="020B0503020204020204" pitchFamily="34" charset="-122"/>
              </a:rPr>
              <a:t>全球航运业正加速向智能化、自动化转型，船舶航行安全与环境感知技术成为核心议题</a:t>
            </a:r>
            <a:r>
              <a:rPr lang="en-US" sz="2100" b="1">
                <a:solidFill>
                  <a:schemeClr val="bg1"/>
                </a:solidFill>
                <a:latin typeface="微软雅黑" panose="020B0503020204020204" pitchFamily="34" charset="-122"/>
                <a:ea typeface="微软雅黑" panose="020B0503020204020204" pitchFamily="34" charset="-122"/>
              </a:rPr>
              <a:t>。精准可靠的航行态势感知是保障船舶安全、实现自主航行与智能辅助驾驶的基础</a:t>
            </a:r>
            <a:endParaRPr lang="zh-CN" altLang="en-US" sz="2100" b="1">
              <a:solidFill>
                <a:schemeClr val="bg1"/>
              </a:solidFill>
              <a:latin typeface="微软雅黑" panose="020B0503020204020204" pitchFamily="34" charset="-122"/>
              <a:ea typeface="微软雅黑" panose="020B0503020204020204" pitchFamily="34" charset="-122"/>
            </a:endParaRPr>
          </a:p>
          <a:p>
            <a:pPr algn="just">
              <a:lnSpc>
                <a:spcPct val="150000"/>
              </a:lnSpc>
            </a:pPr>
            <a:endParaRPr lang="zh-CN" altLang="en-US" sz="2100" b="1" dirty="0">
              <a:solidFill>
                <a:schemeClr val="bg1"/>
              </a:solidFill>
              <a:latin typeface="微软雅黑" panose="020B0503020204020204" pitchFamily="34" charset="-122"/>
              <a:ea typeface="微软雅黑" panose="020B0503020204020204" pitchFamily="34" charset="-122"/>
            </a:endParaRPr>
          </a:p>
        </p:txBody>
      </p:sp>
      <p:sp>
        <p:nvSpPr>
          <p:cNvPr id="17" name="Text 7"/>
          <p:cNvSpPr/>
          <p:nvPr>
            <p:custDataLst>
              <p:tags r:id="rId5"/>
            </p:custDataLst>
          </p:nvPr>
        </p:nvSpPr>
        <p:spPr>
          <a:xfrm>
            <a:off x="7873223" y="1878965"/>
            <a:ext cx="3371215" cy="430530"/>
          </a:xfrm>
          <a:prstGeom prst="rect">
            <a:avLst/>
          </a:prstGeom>
          <a:noFill/>
        </p:spPr>
        <p:txBody>
          <a:bodyPr wrap="square" lIns="0" tIns="0" rIns="0" bIns="0" rtlCol="0" anchor="b">
            <a:spAutoFit/>
          </a:bodyPr>
          <a:lstStyle/>
          <a:p>
            <a:pPr algn="just">
              <a:lnSpc>
                <a:spcPct val="100000"/>
              </a:lnSpc>
              <a:buClrTx/>
              <a:buSzTx/>
              <a:buFontTx/>
              <a:buNone/>
            </a:pPr>
            <a:r>
              <a:rPr lang="en-US" sz="2800" b="1">
                <a:solidFill>
                  <a:schemeClr val="tx1"/>
                </a:solidFill>
                <a:latin typeface="微软雅黑" panose="020B0503020204020204" pitchFamily="34" charset="-122"/>
                <a:ea typeface="微软雅黑" panose="020B0503020204020204" pitchFamily="34" charset="-122"/>
              </a:rPr>
              <a:t>单一传感器的局限性</a:t>
            </a:r>
          </a:p>
        </p:txBody>
      </p:sp>
      <p:sp>
        <p:nvSpPr>
          <p:cNvPr id="18" name="Text 6"/>
          <p:cNvSpPr/>
          <p:nvPr>
            <p:custDataLst>
              <p:tags r:id="rId6"/>
            </p:custDataLst>
          </p:nvPr>
        </p:nvSpPr>
        <p:spPr>
          <a:xfrm>
            <a:off x="7054157" y="2740504"/>
            <a:ext cx="4190281" cy="2423795"/>
          </a:xfrm>
          <a:prstGeom prst="rect">
            <a:avLst/>
          </a:prstGeom>
          <a:noFill/>
        </p:spPr>
        <p:txBody>
          <a:bodyPr wrap="square" lIns="0" tIns="0" rIns="0" bIns="0" rtlCol="0" anchor="t">
            <a:spAutoFit/>
          </a:bodyPr>
          <a:lstStyle/>
          <a:p>
            <a:pPr algn="just">
              <a:lnSpc>
                <a:spcPct val="150000"/>
              </a:lnSpc>
              <a:buClrTx/>
              <a:buSzTx/>
              <a:buFontTx/>
            </a:pPr>
            <a:r>
              <a:rPr lang="en-US" sz="2100" b="1" dirty="0">
                <a:solidFill>
                  <a:schemeClr val="tx1"/>
                </a:solidFill>
                <a:latin typeface="微软雅黑" panose="020B0503020204020204" pitchFamily="34" charset="-122"/>
                <a:ea typeface="微软雅黑" panose="020B0503020204020204" pitchFamily="34" charset="-122"/>
              </a:rPr>
              <a:t>海洋环境复杂多变，光照变化、恶劣天气以及复杂水域背景，使得传统单一传感器在目标检测时存在感知盲区，难以满足现代船舶对环境感知的需求</a:t>
            </a:r>
            <a:endParaRPr lang="zh-CN" altLang="en-US" sz="2100" b="1"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p:nvPr/>
        </p:nvPicPr>
        <p:blipFill>
          <a:blip r:embed="rId9"/>
          <a:srcRect l="3479" b="1158"/>
          <a:stretch>
            <a:fillRect/>
          </a:stretch>
        </p:blipFill>
        <p:spPr>
          <a:xfrm>
            <a:off x="-1270" y="1004570"/>
            <a:ext cx="6116400" cy="3312000"/>
          </a:xfrm>
          <a:prstGeom prst="rect">
            <a:avLst/>
          </a:prstGeom>
          <a:effectLst>
            <a:outerShdw blurRad="50800" dist="38100" dir="5400000" algn="t" rotWithShape="0">
              <a:prstClr val="black">
                <a:alpha val="40000"/>
              </a:prstClr>
            </a:outerShdw>
          </a:effectLst>
        </p:spPr>
      </p:pic>
      <p:pic>
        <p:nvPicPr>
          <p:cNvPr id="6" name="图片 5"/>
          <p:cNvPicPr/>
          <p:nvPr/>
        </p:nvPicPr>
        <p:blipFill>
          <a:blip r:embed="rId10"/>
          <a:srcRect l="2982" t="19461" r="18910" b="2899"/>
          <a:stretch>
            <a:fillRect/>
          </a:stretch>
        </p:blipFill>
        <p:spPr>
          <a:xfrm>
            <a:off x="6071870" y="1004570"/>
            <a:ext cx="6116400" cy="3312000"/>
          </a:xfrm>
          <a:prstGeom prst="rect">
            <a:avLst/>
          </a:prstGeom>
          <a:effectLst>
            <a:outerShdw blurRad="50800" dist="38100" dir="5400000" algn="t" rotWithShape="0">
              <a:prstClr val="black">
                <a:alpha val="40000"/>
              </a:prstClr>
            </a:outerShdw>
          </a:effectLst>
        </p:spPr>
      </p:pic>
      <p:sp>
        <p:nvSpPr>
          <p:cNvPr id="12" name="矩形: 圆角 11"/>
          <p:cNvSpPr/>
          <p:nvPr>
            <p:custDataLst>
              <p:tags r:id="rId1"/>
            </p:custDataLst>
          </p:nvPr>
        </p:nvSpPr>
        <p:spPr>
          <a:xfrm>
            <a:off x="388151" y="4450225"/>
            <a:ext cx="5337644" cy="2234012"/>
          </a:xfrm>
          <a:prstGeom prst="roundRect">
            <a:avLst>
              <a:gd name="adj" fmla="val 9082"/>
            </a:avLst>
          </a:prstGeom>
          <a:solidFill>
            <a:srgbClr val="004EA2"/>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7" name="Text 2"/>
          <p:cNvSpPr/>
          <p:nvPr>
            <p:custDataLst>
              <p:tags r:id="rId2"/>
            </p:custDataLst>
          </p:nvPr>
        </p:nvSpPr>
        <p:spPr>
          <a:xfrm>
            <a:off x="461010" y="4961255"/>
            <a:ext cx="5264785" cy="1526187"/>
          </a:xfrm>
          <a:prstGeom prst="rect">
            <a:avLst/>
          </a:prstGeom>
          <a:noFill/>
        </p:spPr>
        <p:txBody>
          <a:bodyPr wrap="square" lIns="91440" tIns="45720" rIns="91440" bIns="45720" rtlCol="0" anchor="t">
            <a:spAutoFit/>
          </a:bodyPr>
          <a:lstStyle/>
          <a:p>
            <a:pPr indent="0" algn="just" fontAlgn="auto">
              <a:lnSpc>
                <a:spcPct val="150000"/>
              </a:lnSpc>
            </a:pPr>
            <a:r>
              <a:rPr lang="en-US" sz="1600" dirty="0">
                <a:solidFill>
                  <a:schemeClr val="bg1"/>
                </a:solidFill>
                <a:latin typeface="微软雅黑" panose="020B0503020204020204" pitchFamily="34" charset="-122"/>
                <a:ea typeface="微软雅黑" panose="020B0503020204020204" pitchFamily="34" charset="-122"/>
              </a:rPr>
              <a:t>激光雷达通过发射激光束并接收回波生成三维点云数据，</a:t>
            </a:r>
            <a:r>
              <a:rPr lang="en-US" sz="1600">
                <a:solidFill>
                  <a:schemeClr val="bg1"/>
                </a:solidFill>
                <a:latin typeface="微软雅黑" panose="020B0503020204020204" pitchFamily="34" charset="-122"/>
                <a:ea typeface="微软雅黑" panose="020B0503020204020204" pitchFamily="34" charset="-122"/>
              </a:rPr>
              <a:t>提供精确的距离和几何结构信息，但生成的</a:t>
            </a:r>
            <a:r>
              <a:rPr lang="zh-CN" altLang="en-US" sz="1600">
                <a:solidFill>
                  <a:schemeClr val="bg1"/>
                </a:solidFill>
                <a:latin typeface="微软雅黑" panose="020B0503020204020204" pitchFamily="34" charset="-122"/>
                <a:ea typeface="微软雅黑" panose="020B0503020204020204" pitchFamily="34" charset="-122"/>
              </a:rPr>
              <a:t>远距离</a:t>
            </a:r>
            <a:r>
              <a:rPr lang="en-US" sz="1600">
                <a:solidFill>
                  <a:schemeClr val="bg1"/>
                </a:solidFill>
                <a:latin typeface="微软雅黑" panose="020B0503020204020204" pitchFamily="34" charset="-122"/>
                <a:ea typeface="微软雅黑" panose="020B0503020204020204" pitchFamily="34" charset="-122"/>
              </a:rPr>
              <a:t>点云数据稀疏，缺乏语义信息。</a:t>
            </a:r>
            <a:r>
              <a:rPr lang="zh-CN" altLang="en-US" sz="1600">
                <a:solidFill>
                  <a:schemeClr val="bg1"/>
                </a:solidFill>
                <a:latin typeface="微软雅黑" panose="020B0503020204020204" pitchFamily="34" charset="-122"/>
                <a:ea typeface="微软雅黑" panose="020B0503020204020204" pitchFamily="34" charset="-122"/>
              </a:rPr>
              <a:t>且在海浪、雨雾等环境下易产生杂波干扰，导致对小型目标或远距离目标的检测效果不佳</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8" name="Text 4"/>
          <p:cNvSpPr/>
          <p:nvPr>
            <p:custDataLst>
              <p:tags r:id="rId3"/>
            </p:custDataLst>
          </p:nvPr>
        </p:nvSpPr>
        <p:spPr>
          <a:xfrm>
            <a:off x="1383030" y="4536440"/>
            <a:ext cx="3348355" cy="460375"/>
          </a:xfrm>
          <a:prstGeom prst="rect">
            <a:avLst/>
          </a:prstGeom>
          <a:noFill/>
        </p:spPr>
        <p:txBody>
          <a:bodyPr wrap="square" lIns="91440" tIns="45720" rIns="91440" bIns="45720" rtlCol="0" anchor="t">
            <a:spAutoFit/>
          </a:bodyPr>
          <a:lstStyle/>
          <a:p>
            <a:pPr algn="just"/>
            <a:r>
              <a:rPr lang="en-US" sz="2400" b="1">
                <a:solidFill>
                  <a:schemeClr val="bg1"/>
                </a:solidFill>
                <a:latin typeface="微软雅黑" panose="020B0503020204020204" pitchFamily="34" charset="-122"/>
                <a:ea typeface="微软雅黑" panose="020B0503020204020204" pitchFamily="34" charset="-122"/>
              </a:rPr>
              <a:t>激光</a:t>
            </a:r>
            <a:r>
              <a:rPr lang="zh-CN" altLang="en-US" sz="2400" b="1">
                <a:solidFill>
                  <a:schemeClr val="bg1"/>
                </a:solidFill>
                <a:latin typeface="微软雅黑" panose="020B0503020204020204" pitchFamily="34" charset="-122"/>
                <a:ea typeface="微软雅黑" panose="020B0503020204020204" pitchFamily="34" charset="-122"/>
              </a:rPr>
              <a:t>点云</a:t>
            </a:r>
            <a:r>
              <a:rPr lang="en-US" sz="2400" b="1">
                <a:solidFill>
                  <a:schemeClr val="bg1"/>
                </a:solidFill>
                <a:latin typeface="微软雅黑" panose="020B0503020204020204" pitchFamily="34" charset="-122"/>
                <a:ea typeface="微软雅黑" panose="020B0503020204020204" pitchFamily="34" charset="-122"/>
              </a:rPr>
              <a:t>的优势与不足</a:t>
            </a:r>
            <a:endParaRPr lang="en-US" sz="2400" b="1" dirty="0">
              <a:solidFill>
                <a:schemeClr val="bg1"/>
              </a:solidFill>
              <a:latin typeface="微软雅黑" panose="020B0503020204020204" pitchFamily="34" charset="-122"/>
              <a:ea typeface="微软雅黑" panose="020B0503020204020204" pitchFamily="34" charset="-122"/>
            </a:endParaRPr>
          </a:p>
        </p:txBody>
      </p:sp>
      <p:sp>
        <p:nvSpPr>
          <p:cNvPr id="13" name="矩形: 圆角 12"/>
          <p:cNvSpPr/>
          <p:nvPr>
            <p:custDataLst>
              <p:tags r:id="rId4"/>
            </p:custDataLst>
          </p:nvPr>
        </p:nvSpPr>
        <p:spPr>
          <a:xfrm>
            <a:off x="6461124" y="4450225"/>
            <a:ext cx="5337644" cy="2234012"/>
          </a:xfrm>
          <a:prstGeom prst="roundRect">
            <a:avLst>
              <a:gd name="adj" fmla="val 9082"/>
            </a:avLst>
          </a:prstGeom>
          <a:solidFill>
            <a:schemeClr val="accent6">
              <a:lumMod val="60000"/>
              <a:lumOff val="40000"/>
            </a:schemeClr>
          </a:solidFill>
          <a:effectLst>
            <a:outerShdw blurRad="50800" dist="38100" dir="5400000" algn="t" rotWithShape="0">
              <a:prstClr val="black">
                <a:alpha val="40000"/>
              </a:prstClr>
            </a:outerShdw>
          </a:effectLst>
        </p:spPr>
        <p:style>
          <a:lnRef idx="0">
            <a:srgbClr val="FFFFFF"/>
          </a:lnRef>
          <a:fillRef idx="2">
            <a:schemeClr val="accent1"/>
          </a:fillRef>
          <a:effectRef idx="0">
            <a:srgbClr val="FFFFFF"/>
          </a:effectRef>
          <a:fontRef idx="minor">
            <a:schemeClr val="lt1"/>
          </a:fontRef>
        </p:style>
        <p:txBody>
          <a:bodyPr rtlCol="0" anchor="ctr"/>
          <a:lstStyle/>
          <a:p>
            <a:pPr algn="ctr"/>
            <a:endParaRPr lang="zh-CN" altLang="en-US"/>
          </a:p>
        </p:txBody>
      </p:sp>
      <p:sp>
        <p:nvSpPr>
          <p:cNvPr id="9" name="Text 5"/>
          <p:cNvSpPr/>
          <p:nvPr>
            <p:custDataLst>
              <p:tags r:id="rId5"/>
            </p:custDataLst>
          </p:nvPr>
        </p:nvSpPr>
        <p:spPr>
          <a:xfrm>
            <a:off x="6620979" y="5069750"/>
            <a:ext cx="5017934" cy="1198880"/>
          </a:xfrm>
          <a:prstGeom prst="rect">
            <a:avLst/>
          </a:prstGeom>
          <a:noFill/>
        </p:spPr>
        <p:txBody>
          <a:bodyPr wrap="square" lIns="91440" tIns="45720" rIns="91440" bIns="45720" rtlCol="0" anchor="t">
            <a:spAutoFit/>
          </a:bodyPr>
          <a:lstStyle/>
          <a:p>
            <a:pPr indent="0" algn="just" fontAlgn="auto">
              <a:lnSpc>
                <a:spcPct val="150000"/>
              </a:lnSpc>
            </a:pPr>
            <a:r>
              <a:rPr lang="en-US" sz="1600" dirty="0">
                <a:solidFill>
                  <a:schemeClr val="bg1"/>
                </a:solidFill>
                <a:latin typeface="微软雅黑" panose="020B0503020204020204" pitchFamily="34" charset="-122"/>
                <a:ea typeface="微软雅黑" panose="020B0503020204020204" pitchFamily="34" charset="-122"/>
              </a:rPr>
              <a:t>可见光图像能够提供丰富的颜色与纹理信息，有利于目标的分类识别，但在夜间、雾天等低能见度条件下性能急剧下降</a:t>
            </a:r>
            <a:r>
              <a:rPr lang="en-US" sz="1600">
                <a:solidFill>
                  <a:schemeClr val="bg1"/>
                </a:solidFill>
                <a:latin typeface="微软雅黑" panose="020B0503020204020204" pitchFamily="34" charset="-122"/>
                <a:ea typeface="微软雅黑" panose="020B0503020204020204" pitchFamily="34" charset="-122"/>
              </a:rPr>
              <a:t>，存在感知盲区</a:t>
            </a:r>
            <a:endParaRPr lang="en-US" sz="1600" dirty="0">
              <a:solidFill>
                <a:schemeClr val="bg1"/>
              </a:solidFill>
              <a:latin typeface="微软雅黑" panose="020B0503020204020204" pitchFamily="34" charset="-122"/>
              <a:ea typeface="微软雅黑" panose="020B0503020204020204" pitchFamily="34" charset="-122"/>
            </a:endParaRPr>
          </a:p>
        </p:txBody>
      </p:sp>
      <p:sp>
        <p:nvSpPr>
          <p:cNvPr id="10" name="Text 6"/>
          <p:cNvSpPr/>
          <p:nvPr>
            <p:custDataLst>
              <p:tags r:id="rId6"/>
            </p:custDataLst>
          </p:nvPr>
        </p:nvSpPr>
        <p:spPr>
          <a:xfrm>
            <a:off x="7317740" y="4600575"/>
            <a:ext cx="3623945" cy="460375"/>
          </a:xfrm>
          <a:prstGeom prst="rect">
            <a:avLst/>
          </a:prstGeom>
          <a:noFill/>
        </p:spPr>
        <p:txBody>
          <a:bodyPr wrap="square" lIns="91440" tIns="45720" rIns="91440" bIns="45720" rtlCol="0" anchor="t">
            <a:spAutoFit/>
          </a:bodyPr>
          <a:lstStyle/>
          <a:p>
            <a:pPr algn="just"/>
            <a:r>
              <a:rPr lang="en-US" sz="2400" b="1">
                <a:solidFill>
                  <a:schemeClr val="bg1"/>
                </a:solidFill>
                <a:latin typeface="微软雅黑" panose="020B0503020204020204" pitchFamily="34" charset="-122"/>
                <a:ea typeface="微软雅黑" panose="020B0503020204020204" pitchFamily="34" charset="-122"/>
              </a:rPr>
              <a:t>可见光</a:t>
            </a:r>
            <a:r>
              <a:rPr lang="zh-CN" altLang="en-US" sz="2400" b="1">
                <a:solidFill>
                  <a:schemeClr val="bg1"/>
                </a:solidFill>
                <a:latin typeface="微软雅黑" panose="020B0503020204020204" pitchFamily="34" charset="-122"/>
                <a:ea typeface="微软雅黑" panose="020B0503020204020204" pitchFamily="34" charset="-122"/>
              </a:rPr>
              <a:t>图像</a:t>
            </a:r>
            <a:r>
              <a:rPr lang="en-US" sz="2400" b="1">
                <a:solidFill>
                  <a:schemeClr val="bg1"/>
                </a:solidFill>
                <a:latin typeface="微软雅黑" panose="020B0503020204020204" pitchFamily="34" charset="-122"/>
                <a:ea typeface="微软雅黑" panose="020B0503020204020204" pitchFamily="34" charset="-122"/>
              </a:rPr>
              <a:t>的优势与不足</a:t>
            </a:r>
            <a:endParaRPr lang="en-US" sz="2400" b="1" dirty="0">
              <a:solidFill>
                <a:schemeClr val="bg1"/>
              </a:solidFill>
              <a:latin typeface="微软雅黑" panose="020B0503020204020204" pitchFamily="34" charset="-122"/>
              <a:ea typeface="微软雅黑" panose="020B0503020204020204" pitchFamily="34" charset="-122"/>
            </a:endParaRPr>
          </a:p>
        </p:txBody>
      </p:sp>
      <p:sp>
        <p:nvSpPr>
          <p:cNvPr id="2" name="TextBox 6"/>
          <p:cNvSpPr txBox="1"/>
          <p:nvPr/>
        </p:nvSpPr>
        <p:spPr>
          <a:xfrm>
            <a:off x="360680" y="283845"/>
            <a:ext cx="2677795" cy="587375"/>
          </a:xfrm>
          <a:prstGeom prst="rect">
            <a:avLst/>
          </a:prstGeom>
          <a:noFill/>
        </p:spPr>
        <p:txBody>
          <a:bodyPr wrap="square" lIns="0" tIns="48000" rIns="0" bIns="48000" rtlCol="0">
            <a:spAutoFit/>
          </a:bodyPr>
          <a:lstStyle/>
          <a:p>
            <a:r>
              <a:rPr lang="en-US" altLang="zh-CN" sz="3200" b="1" dirty="0">
                <a:solidFill>
                  <a:srgbClr val="004EA2"/>
                </a:solidFill>
                <a:latin typeface="微软雅黑" panose="020B0503020204020204" pitchFamily="34" charset="-122"/>
                <a:ea typeface="微软雅黑" panose="020B0503020204020204" pitchFamily="34" charset="-122"/>
              </a:rPr>
              <a:t>1.1 </a:t>
            </a:r>
            <a:r>
              <a:rPr lang="zh-CN" altLang="en-US" sz="3200" b="1" dirty="0">
                <a:solidFill>
                  <a:srgbClr val="004EA2"/>
                </a:solidFill>
                <a:latin typeface="微软雅黑" panose="020B0503020204020204" pitchFamily="34" charset="-122"/>
                <a:ea typeface="微软雅黑" panose="020B0503020204020204" pitchFamily="34" charset="-122"/>
              </a:rPr>
              <a:t>研究背景</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 7"/>
          <p:cNvSpPr/>
          <p:nvPr/>
        </p:nvSpPr>
        <p:spPr>
          <a:xfrm>
            <a:off x="6021952" y="2774078"/>
            <a:ext cx="5582285" cy="1938020"/>
          </a:xfrm>
          <a:prstGeom prst="rect">
            <a:avLst/>
          </a:prstGeom>
          <a:noFill/>
        </p:spPr>
        <p:txBody>
          <a:bodyPr wrap="square" lIns="91440" tIns="45720" rIns="91440" bIns="45720" rtlCol="0" anchor="t">
            <a:spAutoFit/>
          </a:bodyPr>
          <a:lstStyle/>
          <a:p>
            <a:pPr indent="0" algn="just" fontAlgn="auto">
              <a:lnSpc>
                <a:spcPct val="150000"/>
              </a:lnSpc>
              <a:buNone/>
            </a:pPr>
            <a:r>
              <a:rPr lang="en-US" sz="2000">
                <a:latin typeface="微软雅黑" panose="020B0503020204020204" pitchFamily="34" charset="-122"/>
                <a:ea typeface="微软雅黑" panose="020B0503020204020204" pitchFamily="34" charset="-122"/>
              </a:rPr>
              <a:t>将激光点云</a:t>
            </a:r>
            <a:r>
              <a:rPr lang="zh-CN" altLang="en-US" sz="2000">
                <a:latin typeface="微软雅黑" panose="020B0503020204020204" pitchFamily="34" charset="-122"/>
                <a:ea typeface="微软雅黑" panose="020B0503020204020204" pitchFamily="34" charset="-122"/>
              </a:rPr>
              <a:t>信息</a:t>
            </a:r>
            <a:r>
              <a:rPr lang="en-US" sz="2000">
                <a:latin typeface="微软雅黑" panose="020B0503020204020204" pitchFamily="34" charset="-122"/>
                <a:ea typeface="微软雅黑" panose="020B0503020204020204" pitchFamily="34" charset="-122"/>
              </a:rPr>
              <a:t>与可见光图像进行融合</a:t>
            </a:r>
            <a:r>
              <a:rPr lang="en-US" sz="2000" dirty="0">
                <a:latin typeface="微软雅黑" panose="020B0503020204020204" pitchFamily="34" charset="-122"/>
                <a:ea typeface="微软雅黑" panose="020B0503020204020204" pitchFamily="34" charset="-122"/>
              </a:rPr>
              <a:t>，可以实现信息互补，构建出更全面、更鲁棒的环境感知能力</a:t>
            </a:r>
            <a:r>
              <a:rPr lang="en-US" sz="2000">
                <a:latin typeface="微软雅黑" panose="020B0503020204020204" pitchFamily="34" charset="-122"/>
                <a:ea typeface="微软雅黑" panose="020B0503020204020204" pitchFamily="34" charset="-122"/>
              </a:rPr>
              <a:t>，提升船舶在</a:t>
            </a:r>
            <a:r>
              <a:rPr lang="zh-CN" altLang="en-US" sz="2000">
                <a:latin typeface="微软雅黑" panose="020B0503020204020204" pitchFamily="34" charset="-122"/>
                <a:ea typeface="微软雅黑" panose="020B0503020204020204" pitchFamily="34" charset="-122"/>
              </a:rPr>
              <a:t>多</a:t>
            </a:r>
            <a:r>
              <a:rPr lang="en-US" sz="2000">
                <a:latin typeface="微软雅黑" panose="020B0503020204020204" pitchFamily="34" charset="-122"/>
                <a:ea typeface="微软雅黑" panose="020B0503020204020204" pitchFamily="34" charset="-122"/>
              </a:rPr>
              <a:t>种航行场景下的目标检测准确性与系统鲁棒性</a:t>
            </a:r>
            <a:endParaRPr lang="en-US" sz="2000" dirty="0">
              <a:latin typeface="微软雅黑" panose="020B0503020204020204" pitchFamily="34" charset="-122"/>
              <a:ea typeface="微软雅黑" panose="020B0503020204020204" pitchFamily="34" charset="-122"/>
            </a:endParaRPr>
          </a:p>
        </p:txBody>
      </p:sp>
      <p:sp>
        <p:nvSpPr>
          <p:cNvPr id="25" name="Text 8"/>
          <p:cNvSpPr/>
          <p:nvPr/>
        </p:nvSpPr>
        <p:spPr>
          <a:xfrm>
            <a:off x="6905236" y="2145020"/>
            <a:ext cx="381571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a:latin typeface="微软雅黑" panose="020B0503020204020204" pitchFamily="34" charset="-122"/>
                <a:ea typeface="微软雅黑" panose="020B0503020204020204" pitchFamily="34" charset="-122"/>
              </a:rPr>
              <a:t>多模态信息融合的优势</a:t>
            </a:r>
            <a:endParaRPr lang="en-US" sz="2800" b="1" dirty="0">
              <a:latin typeface="微软雅黑" panose="020B0503020204020204" pitchFamily="34" charset="-122"/>
              <a:ea typeface="微软雅黑" panose="020B0503020204020204" pitchFamily="34" charset="-122"/>
            </a:endParaRPr>
          </a:p>
        </p:txBody>
      </p:sp>
      <p:grpSp>
        <p:nvGrpSpPr>
          <p:cNvPr id="3" name="组合 2"/>
          <p:cNvGrpSpPr/>
          <p:nvPr>
            <p:custDataLst>
              <p:tags r:id="rId1"/>
            </p:custDataLst>
          </p:nvPr>
        </p:nvGrpSpPr>
        <p:grpSpPr>
          <a:xfrm>
            <a:off x="585803" y="1901493"/>
            <a:ext cx="4446200" cy="3277088"/>
            <a:chOff x="4027599" y="1880904"/>
            <a:chExt cx="4138014" cy="3151998"/>
          </a:xfrm>
          <a:effectLst>
            <a:outerShdw blurRad="50800" dist="38100" dir="5400000" algn="t" rotWithShape="0">
              <a:prstClr val="black">
                <a:alpha val="40000"/>
              </a:prstClr>
            </a:outerShdw>
          </a:effectLst>
        </p:grpSpPr>
        <p:grpSp>
          <p:nvGrpSpPr>
            <p:cNvPr id="4" name="组合 3"/>
            <p:cNvGrpSpPr/>
            <p:nvPr/>
          </p:nvGrpSpPr>
          <p:grpSpPr>
            <a:xfrm>
              <a:off x="4027599" y="1880904"/>
              <a:ext cx="3243957" cy="2281238"/>
              <a:chOff x="4165693" y="2290999"/>
              <a:chExt cx="3243957" cy="2281238"/>
            </a:xfrm>
          </p:grpSpPr>
          <p:sp>
            <p:nvSpPr>
              <p:cNvPr id="16" name="Freeform 6"/>
              <p:cNvSpPr/>
              <p:nvPr>
                <p:custDataLst>
                  <p:tags r:id="rId4"/>
                </p:custDataLst>
              </p:nvPr>
            </p:nvSpPr>
            <p:spPr bwMode="auto">
              <a:xfrm rot="2889522">
                <a:off x="4945056" y="2107643"/>
                <a:ext cx="2281238" cy="2647950"/>
              </a:xfrm>
              <a:custGeom>
                <a:avLst/>
                <a:gdLst>
                  <a:gd name="T0" fmla="*/ 763 w 763"/>
                  <a:gd name="T1" fmla="*/ 637 h 887"/>
                  <a:gd name="T2" fmla="*/ 666 w 763"/>
                  <a:gd name="T3" fmla="*/ 805 h 887"/>
                  <a:gd name="T4" fmla="*/ 437 w 763"/>
                  <a:gd name="T5" fmla="*/ 882 h 887"/>
                  <a:gd name="T6" fmla="*/ 406 w 763"/>
                  <a:gd name="T7" fmla="*/ 854 h 887"/>
                  <a:gd name="T8" fmla="*/ 68 w 763"/>
                  <a:gd name="T9" fmla="*/ 690 h 887"/>
                  <a:gd name="T10" fmla="*/ 54 w 763"/>
                  <a:gd name="T11" fmla="*/ 698 h 887"/>
                  <a:gd name="T12" fmla="*/ 105 w 763"/>
                  <a:gd name="T13" fmla="*/ 247 h 887"/>
                  <a:gd name="T14" fmla="*/ 593 w 763"/>
                  <a:gd name="T15" fmla="*/ 29 h 887"/>
                  <a:gd name="T16" fmla="*/ 526 w 763"/>
                  <a:gd name="T17" fmla="*/ 71 h 887"/>
                  <a:gd name="T18" fmla="*/ 392 w 763"/>
                  <a:gd name="T19" fmla="*/ 109 h 887"/>
                  <a:gd name="T20" fmla="*/ 253 w 763"/>
                  <a:gd name="T21" fmla="*/ 526 h 887"/>
                  <a:gd name="T22" fmla="*/ 553 w 763"/>
                  <a:gd name="T23" fmla="*/ 717 h 887"/>
                  <a:gd name="T24" fmla="*/ 763 w 763"/>
                  <a:gd name="T25" fmla="*/ 637 h 8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63" h="887">
                    <a:moveTo>
                      <a:pt x="763" y="637"/>
                    </a:moveTo>
                    <a:cubicBezTo>
                      <a:pt x="748" y="706"/>
                      <a:pt x="716" y="761"/>
                      <a:pt x="666" y="805"/>
                    </a:cubicBezTo>
                    <a:cubicBezTo>
                      <a:pt x="601" y="862"/>
                      <a:pt x="524" y="887"/>
                      <a:pt x="437" y="882"/>
                    </a:cubicBezTo>
                    <a:cubicBezTo>
                      <a:pt x="419" y="881"/>
                      <a:pt x="409" y="877"/>
                      <a:pt x="406" y="854"/>
                    </a:cubicBezTo>
                    <a:cubicBezTo>
                      <a:pt x="385" y="690"/>
                      <a:pt x="210" y="606"/>
                      <a:pt x="68" y="690"/>
                    </a:cubicBezTo>
                    <a:cubicBezTo>
                      <a:pt x="63" y="693"/>
                      <a:pt x="59" y="695"/>
                      <a:pt x="54" y="698"/>
                    </a:cubicBezTo>
                    <a:cubicBezTo>
                      <a:pt x="4" y="599"/>
                      <a:pt x="0" y="402"/>
                      <a:pt x="105" y="247"/>
                    </a:cubicBezTo>
                    <a:cubicBezTo>
                      <a:pt x="227" y="67"/>
                      <a:pt x="433" y="0"/>
                      <a:pt x="593" y="29"/>
                    </a:cubicBezTo>
                    <a:cubicBezTo>
                      <a:pt x="576" y="53"/>
                      <a:pt x="554" y="68"/>
                      <a:pt x="526" y="71"/>
                    </a:cubicBezTo>
                    <a:cubicBezTo>
                      <a:pt x="478" y="75"/>
                      <a:pt x="434" y="87"/>
                      <a:pt x="392" y="109"/>
                    </a:cubicBezTo>
                    <a:cubicBezTo>
                      <a:pt x="244" y="189"/>
                      <a:pt x="182" y="373"/>
                      <a:pt x="253" y="526"/>
                    </a:cubicBezTo>
                    <a:cubicBezTo>
                      <a:pt x="312" y="653"/>
                      <a:pt x="415" y="715"/>
                      <a:pt x="553" y="717"/>
                    </a:cubicBezTo>
                    <a:cubicBezTo>
                      <a:pt x="623" y="718"/>
                      <a:pt x="683" y="694"/>
                      <a:pt x="763" y="637"/>
                    </a:cubicBezTo>
                    <a:close/>
                  </a:path>
                </a:pathLst>
              </a:custGeom>
              <a:solidFill>
                <a:srgbClr val="004EA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lt1"/>
                  </a:solidFill>
                  <a:cs typeface="+mn-ea"/>
                  <a:sym typeface="+mn-lt"/>
                </a:endParaRPr>
              </a:p>
            </p:txBody>
          </p:sp>
          <p:sp>
            <p:nvSpPr>
              <p:cNvPr id="17" name="Freeform 8"/>
              <p:cNvSpPr/>
              <p:nvPr>
                <p:custDataLst>
                  <p:tags r:id="rId5"/>
                </p:custDataLst>
              </p:nvPr>
            </p:nvSpPr>
            <p:spPr bwMode="auto">
              <a:xfrm rot="2889522">
                <a:off x="4166486" y="3314856"/>
                <a:ext cx="1096963" cy="1098550"/>
              </a:xfrm>
              <a:custGeom>
                <a:avLst/>
                <a:gdLst>
                  <a:gd name="T0" fmla="*/ 186 w 367"/>
                  <a:gd name="T1" fmla="*/ 0 h 368"/>
                  <a:gd name="T2" fmla="*/ 367 w 367"/>
                  <a:gd name="T3" fmla="*/ 183 h 368"/>
                  <a:gd name="T4" fmla="*/ 183 w 367"/>
                  <a:gd name="T5" fmla="*/ 367 h 368"/>
                  <a:gd name="T6" fmla="*/ 1 w 367"/>
                  <a:gd name="T7" fmla="*/ 182 h 368"/>
                  <a:gd name="T8" fmla="*/ 186 w 367"/>
                  <a:gd name="T9" fmla="*/ 0 h 368"/>
                </a:gdLst>
                <a:ahLst/>
                <a:cxnLst>
                  <a:cxn ang="0">
                    <a:pos x="T0" y="T1"/>
                  </a:cxn>
                  <a:cxn ang="0">
                    <a:pos x="T2" y="T3"/>
                  </a:cxn>
                  <a:cxn ang="0">
                    <a:pos x="T4" y="T5"/>
                  </a:cxn>
                  <a:cxn ang="0">
                    <a:pos x="T6" y="T7"/>
                  </a:cxn>
                  <a:cxn ang="0">
                    <a:pos x="T8" y="T9"/>
                  </a:cxn>
                </a:cxnLst>
                <a:rect l="0" t="0" r="r" b="b"/>
                <a:pathLst>
                  <a:path w="367" h="368">
                    <a:moveTo>
                      <a:pt x="186" y="0"/>
                    </a:moveTo>
                    <a:cubicBezTo>
                      <a:pt x="285" y="0"/>
                      <a:pt x="367" y="83"/>
                      <a:pt x="367" y="183"/>
                    </a:cubicBezTo>
                    <a:cubicBezTo>
                      <a:pt x="367" y="285"/>
                      <a:pt x="286" y="366"/>
                      <a:pt x="183" y="367"/>
                    </a:cubicBezTo>
                    <a:cubicBezTo>
                      <a:pt x="84" y="368"/>
                      <a:pt x="0" y="283"/>
                      <a:pt x="1" y="182"/>
                    </a:cubicBezTo>
                    <a:cubicBezTo>
                      <a:pt x="2" y="82"/>
                      <a:pt x="84" y="0"/>
                      <a:pt x="186" y="0"/>
                    </a:cubicBezTo>
                    <a:close/>
                  </a:path>
                </a:pathLst>
              </a:custGeom>
              <a:solidFill>
                <a:srgbClr val="004EA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lt1"/>
                  </a:solidFill>
                  <a:cs typeface="+mn-ea"/>
                  <a:sym typeface="+mn-lt"/>
                </a:endParaRPr>
              </a:p>
            </p:txBody>
          </p:sp>
        </p:grpSp>
        <p:grpSp>
          <p:nvGrpSpPr>
            <p:cNvPr id="6" name="组合 5"/>
            <p:cNvGrpSpPr/>
            <p:nvPr/>
          </p:nvGrpSpPr>
          <p:grpSpPr>
            <a:xfrm>
              <a:off x="4939837" y="2737377"/>
              <a:ext cx="3225776" cy="2295525"/>
              <a:chOff x="5077931" y="3147472"/>
              <a:chExt cx="3225776" cy="2295525"/>
            </a:xfrm>
          </p:grpSpPr>
          <p:sp>
            <p:nvSpPr>
              <p:cNvPr id="12" name="Freeform 5"/>
              <p:cNvSpPr/>
              <p:nvPr>
                <p:custDataLst>
                  <p:tags r:id="rId2"/>
                </p:custDataLst>
              </p:nvPr>
            </p:nvSpPr>
            <p:spPr bwMode="auto">
              <a:xfrm rot="2889522">
                <a:off x="5257318" y="2968085"/>
                <a:ext cx="2295525" cy="2654300"/>
              </a:xfrm>
              <a:custGeom>
                <a:avLst/>
                <a:gdLst>
                  <a:gd name="T0" fmla="*/ 169 w 768"/>
                  <a:gd name="T1" fmla="*/ 864 h 889"/>
                  <a:gd name="T2" fmla="*/ 243 w 768"/>
                  <a:gd name="T3" fmla="*/ 822 h 889"/>
                  <a:gd name="T4" fmla="*/ 538 w 768"/>
                  <a:gd name="T5" fmla="*/ 497 h 889"/>
                  <a:gd name="T6" fmla="*/ 359 w 768"/>
                  <a:gd name="T7" fmla="*/ 211 h 889"/>
                  <a:gd name="T8" fmla="*/ 24 w 768"/>
                  <a:gd name="T9" fmla="*/ 240 h 889"/>
                  <a:gd name="T10" fmla="*/ 4 w 768"/>
                  <a:gd name="T11" fmla="*/ 254 h 889"/>
                  <a:gd name="T12" fmla="*/ 0 w 768"/>
                  <a:gd name="T13" fmla="*/ 254 h 889"/>
                  <a:gd name="T14" fmla="*/ 4 w 768"/>
                  <a:gd name="T15" fmla="*/ 237 h 889"/>
                  <a:gd name="T16" fmla="*/ 322 w 768"/>
                  <a:gd name="T17" fmla="*/ 11 h 889"/>
                  <a:gd name="T18" fmla="*/ 357 w 768"/>
                  <a:gd name="T19" fmla="*/ 44 h 889"/>
                  <a:gd name="T20" fmla="*/ 690 w 768"/>
                  <a:gd name="T21" fmla="*/ 206 h 889"/>
                  <a:gd name="T22" fmla="*/ 710 w 768"/>
                  <a:gd name="T23" fmla="*/ 194 h 889"/>
                  <a:gd name="T24" fmla="*/ 616 w 768"/>
                  <a:gd name="T25" fmla="*/ 701 h 889"/>
                  <a:gd name="T26" fmla="*/ 169 w 768"/>
                  <a:gd name="T27" fmla="*/ 864 h 8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8" h="889">
                    <a:moveTo>
                      <a:pt x="169" y="864"/>
                    </a:moveTo>
                    <a:cubicBezTo>
                      <a:pt x="188" y="839"/>
                      <a:pt x="212" y="824"/>
                      <a:pt x="243" y="822"/>
                    </a:cubicBezTo>
                    <a:cubicBezTo>
                      <a:pt x="413" y="807"/>
                      <a:pt x="543" y="666"/>
                      <a:pt x="538" y="497"/>
                    </a:cubicBezTo>
                    <a:cubicBezTo>
                      <a:pt x="535" y="368"/>
                      <a:pt x="475" y="269"/>
                      <a:pt x="359" y="211"/>
                    </a:cubicBezTo>
                    <a:cubicBezTo>
                      <a:pt x="243" y="155"/>
                      <a:pt x="130" y="167"/>
                      <a:pt x="24" y="240"/>
                    </a:cubicBezTo>
                    <a:cubicBezTo>
                      <a:pt x="17" y="245"/>
                      <a:pt x="11" y="250"/>
                      <a:pt x="4" y="254"/>
                    </a:cubicBezTo>
                    <a:cubicBezTo>
                      <a:pt x="4" y="255"/>
                      <a:pt x="3" y="254"/>
                      <a:pt x="0" y="254"/>
                    </a:cubicBezTo>
                    <a:cubicBezTo>
                      <a:pt x="1" y="249"/>
                      <a:pt x="2" y="243"/>
                      <a:pt x="4" y="237"/>
                    </a:cubicBezTo>
                    <a:cubicBezTo>
                      <a:pt x="42" y="96"/>
                      <a:pt x="176" y="0"/>
                      <a:pt x="322" y="11"/>
                    </a:cubicBezTo>
                    <a:cubicBezTo>
                      <a:pt x="353" y="13"/>
                      <a:pt x="353" y="13"/>
                      <a:pt x="357" y="44"/>
                    </a:cubicBezTo>
                    <a:cubicBezTo>
                      <a:pt x="376" y="199"/>
                      <a:pt x="553" y="286"/>
                      <a:pt x="690" y="206"/>
                    </a:cubicBezTo>
                    <a:cubicBezTo>
                      <a:pt x="697" y="202"/>
                      <a:pt x="704" y="198"/>
                      <a:pt x="710" y="194"/>
                    </a:cubicBezTo>
                    <a:cubicBezTo>
                      <a:pt x="768" y="329"/>
                      <a:pt x="756" y="543"/>
                      <a:pt x="616" y="701"/>
                    </a:cubicBezTo>
                    <a:cubicBezTo>
                      <a:pt x="481" y="854"/>
                      <a:pt x="287" y="889"/>
                      <a:pt x="169" y="864"/>
                    </a:cubicBezTo>
                    <a:close/>
                  </a:path>
                </a:pathLst>
              </a:cu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lt1"/>
                  </a:solidFill>
                  <a:cs typeface="+mn-ea"/>
                  <a:sym typeface="+mn-lt"/>
                </a:endParaRPr>
              </a:p>
            </p:txBody>
          </p:sp>
          <p:sp>
            <p:nvSpPr>
              <p:cNvPr id="13" name="Freeform 7"/>
              <p:cNvSpPr/>
              <p:nvPr>
                <p:custDataLst>
                  <p:tags r:id="rId3"/>
                </p:custDataLst>
              </p:nvPr>
            </p:nvSpPr>
            <p:spPr bwMode="auto">
              <a:xfrm rot="2889522">
                <a:off x="7209126" y="3316754"/>
                <a:ext cx="1093788" cy="1095375"/>
              </a:xfrm>
              <a:custGeom>
                <a:avLst/>
                <a:gdLst>
                  <a:gd name="T0" fmla="*/ 182 w 366"/>
                  <a:gd name="T1" fmla="*/ 367 h 367"/>
                  <a:gd name="T2" fmla="*/ 0 w 366"/>
                  <a:gd name="T3" fmla="*/ 182 h 367"/>
                  <a:gd name="T4" fmla="*/ 185 w 366"/>
                  <a:gd name="T5" fmla="*/ 1 h 367"/>
                  <a:gd name="T6" fmla="*/ 366 w 366"/>
                  <a:gd name="T7" fmla="*/ 186 h 367"/>
                  <a:gd name="T8" fmla="*/ 182 w 366"/>
                  <a:gd name="T9" fmla="*/ 367 h 367"/>
                </a:gdLst>
                <a:ahLst/>
                <a:cxnLst>
                  <a:cxn ang="0">
                    <a:pos x="T0" y="T1"/>
                  </a:cxn>
                  <a:cxn ang="0">
                    <a:pos x="T2" y="T3"/>
                  </a:cxn>
                  <a:cxn ang="0">
                    <a:pos x="T4" y="T5"/>
                  </a:cxn>
                  <a:cxn ang="0">
                    <a:pos x="T6" y="T7"/>
                  </a:cxn>
                  <a:cxn ang="0">
                    <a:pos x="T8" y="T9"/>
                  </a:cxn>
                </a:cxnLst>
                <a:rect l="0" t="0" r="r" b="b"/>
                <a:pathLst>
                  <a:path w="366" h="367">
                    <a:moveTo>
                      <a:pt x="182" y="367"/>
                    </a:moveTo>
                    <a:cubicBezTo>
                      <a:pt x="79" y="367"/>
                      <a:pt x="0" y="286"/>
                      <a:pt x="0" y="182"/>
                    </a:cubicBezTo>
                    <a:cubicBezTo>
                      <a:pt x="1" y="81"/>
                      <a:pt x="83" y="0"/>
                      <a:pt x="185" y="1"/>
                    </a:cubicBezTo>
                    <a:cubicBezTo>
                      <a:pt x="287" y="1"/>
                      <a:pt x="366" y="83"/>
                      <a:pt x="366" y="186"/>
                    </a:cubicBezTo>
                    <a:cubicBezTo>
                      <a:pt x="365" y="287"/>
                      <a:pt x="284" y="367"/>
                      <a:pt x="182" y="367"/>
                    </a:cubicBezTo>
                    <a:close/>
                  </a:path>
                </a:pathLst>
              </a:cu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lt1"/>
                  </a:solidFill>
                  <a:cs typeface="+mn-ea"/>
                  <a:sym typeface="+mn-lt"/>
                </a:endParaRPr>
              </a:p>
            </p:txBody>
          </p:sp>
        </p:grpSp>
      </p:grpSp>
      <p:pic>
        <p:nvPicPr>
          <p:cNvPr id="30" name="图形 29" descr="照相机 纯色填充"/>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96627" y="3166587"/>
            <a:ext cx="740935" cy="740935"/>
          </a:xfrm>
          <a:prstGeom prst="rect">
            <a:avLst/>
          </a:prstGeom>
        </p:spPr>
      </p:pic>
      <p:pic>
        <p:nvPicPr>
          <p:cNvPr id="34" name="图片 33" descr="图标&#10;&#10;AI 生成的内容可能不正确。"/>
          <p:cNvPicPr>
            <a:picLocks noChangeAspect="1"/>
          </p:cNvPicPr>
          <p:nvPr/>
        </p:nvPicPr>
        <p:blipFill>
          <a:blip r:embed="rId10">
            <a:extLst>
              <a:ext uri="{BEBA8EAE-BF5A-486C-A8C5-ECC9F3942E4B}">
                <a14:imgProps xmlns:a14="http://schemas.microsoft.com/office/drawing/2010/main">
                  <a14:imgLayer r:embed="rId11">
                    <a14:imgEffect>
                      <a14:artisticGlowEdges/>
                    </a14:imgEffect>
                    <a14:imgEffect>
                      <a14:backgroundRemoval t="10000" b="90000" l="10000" r="90000"/>
                    </a14:imgEffect>
                  </a14:imgLayer>
                </a14:imgProps>
              </a:ext>
            </a:extLst>
          </a:blip>
          <a:stretch>
            <a:fillRect/>
          </a:stretch>
        </p:blipFill>
        <p:spPr>
          <a:xfrm>
            <a:off x="3939540" y="3006090"/>
            <a:ext cx="910590" cy="901700"/>
          </a:xfrm>
          <a:prstGeom prst="rect">
            <a:avLst/>
          </a:prstGeom>
        </p:spPr>
      </p:pic>
      <p:sp>
        <p:nvSpPr>
          <p:cNvPr id="2" name="TextBox 6"/>
          <p:cNvSpPr txBox="1"/>
          <p:nvPr/>
        </p:nvSpPr>
        <p:spPr>
          <a:xfrm>
            <a:off x="360680" y="283845"/>
            <a:ext cx="2677795" cy="587375"/>
          </a:xfrm>
          <a:prstGeom prst="rect">
            <a:avLst/>
          </a:prstGeom>
          <a:noFill/>
        </p:spPr>
        <p:txBody>
          <a:bodyPr wrap="square" lIns="0" tIns="48000" rIns="0" bIns="48000" rtlCol="0">
            <a:spAutoFit/>
          </a:bodyPr>
          <a:lstStyle/>
          <a:p>
            <a:r>
              <a:rPr lang="en-US" altLang="zh-CN" sz="3200" b="1" dirty="0">
                <a:solidFill>
                  <a:srgbClr val="004EA2"/>
                </a:solidFill>
                <a:latin typeface="微软雅黑" panose="020B0503020204020204" pitchFamily="34" charset="-122"/>
                <a:ea typeface="微软雅黑" panose="020B0503020204020204" pitchFamily="34" charset="-122"/>
              </a:rPr>
              <a:t>1.1 </a:t>
            </a:r>
            <a:r>
              <a:rPr lang="zh-CN" altLang="en-US" sz="3200" b="1" dirty="0">
                <a:solidFill>
                  <a:srgbClr val="004EA2"/>
                </a:solidFill>
                <a:latin typeface="微软雅黑" panose="020B0503020204020204" pitchFamily="34" charset="-122"/>
                <a:ea typeface="微软雅黑" panose="020B0503020204020204" pitchFamily="34" charset="-122"/>
              </a:rPr>
              <a:t>研究背景</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6"/>
          <p:cNvSpPr txBox="1"/>
          <p:nvPr/>
        </p:nvSpPr>
        <p:spPr>
          <a:xfrm>
            <a:off x="360680" y="283845"/>
            <a:ext cx="2677795" cy="587375"/>
          </a:xfrm>
          <a:prstGeom prst="rect">
            <a:avLst/>
          </a:prstGeom>
          <a:noFill/>
        </p:spPr>
        <p:txBody>
          <a:bodyPr wrap="square" lIns="0" tIns="48000" rIns="0" bIns="48000" rtlCol="0">
            <a:spAutoFit/>
          </a:bodyPr>
          <a:lstStyle/>
          <a:p>
            <a:r>
              <a:rPr lang="en-US" altLang="zh-CN" sz="3200" b="1" dirty="0">
                <a:solidFill>
                  <a:srgbClr val="004EA2"/>
                </a:solidFill>
                <a:latin typeface="微软雅黑" panose="020B0503020204020204" pitchFamily="34" charset="-122"/>
                <a:ea typeface="微软雅黑" panose="020B0503020204020204" pitchFamily="34" charset="-122"/>
              </a:rPr>
              <a:t>1.2 </a:t>
            </a:r>
            <a:r>
              <a:rPr lang="zh-CN" altLang="en-US" sz="3200" b="1" dirty="0">
                <a:solidFill>
                  <a:srgbClr val="004EA2"/>
                </a:solidFill>
                <a:latin typeface="微软雅黑" panose="020B0503020204020204" pitchFamily="34" charset="-122"/>
                <a:ea typeface="微软雅黑" panose="020B0503020204020204" pitchFamily="34" charset="-122"/>
              </a:rPr>
              <a:t>研究意义</a:t>
            </a:r>
          </a:p>
        </p:txBody>
      </p:sp>
      <p:grpSp>
        <p:nvGrpSpPr>
          <p:cNvPr id="4" name="组合 3"/>
          <p:cNvGrpSpPr/>
          <p:nvPr>
            <p:custDataLst>
              <p:tags r:id="rId1"/>
            </p:custDataLst>
          </p:nvPr>
        </p:nvGrpSpPr>
        <p:grpSpPr>
          <a:xfrm>
            <a:off x="660810" y="1760907"/>
            <a:ext cx="10822305" cy="4125169"/>
            <a:chOff x="-128068" y="1275424"/>
            <a:chExt cx="12590469" cy="4799146"/>
          </a:xfrm>
        </p:grpSpPr>
        <p:sp>
          <p:nvSpPr>
            <p:cNvPr id="5" name="Line 10"/>
            <p:cNvSpPr>
              <a:spLocks noChangeShapeType="1"/>
            </p:cNvSpPr>
            <p:nvPr/>
          </p:nvSpPr>
          <p:spPr bwMode="auto">
            <a:xfrm>
              <a:off x="6164263" y="34321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lnSpc>
                  <a:spcPct val="120000"/>
                </a:lnSpc>
              </a:pPr>
              <a:endParaRPr lang="zh-CN" altLang="en-US" sz="1400">
                <a:cs typeface="+mn-ea"/>
                <a:sym typeface="+mn-lt"/>
              </a:endParaRPr>
            </a:p>
          </p:txBody>
        </p:sp>
        <p:sp>
          <p:nvSpPr>
            <p:cNvPr id="18" name="Line 11"/>
            <p:cNvSpPr>
              <a:spLocks noChangeShapeType="1"/>
            </p:cNvSpPr>
            <p:nvPr/>
          </p:nvSpPr>
          <p:spPr bwMode="auto">
            <a:xfrm>
              <a:off x="6164263" y="34321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lnSpc>
                  <a:spcPct val="120000"/>
                </a:lnSpc>
              </a:pPr>
              <a:endParaRPr lang="zh-CN" altLang="en-US" sz="1400">
                <a:cs typeface="+mn-ea"/>
                <a:sym typeface="+mn-lt"/>
              </a:endParaRPr>
            </a:p>
          </p:txBody>
        </p:sp>
        <p:grpSp>
          <p:nvGrpSpPr>
            <p:cNvPr id="19" name="组合 18"/>
            <p:cNvGrpSpPr/>
            <p:nvPr/>
          </p:nvGrpSpPr>
          <p:grpSpPr>
            <a:xfrm>
              <a:off x="4597400" y="1873250"/>
              <a:ext cx="2997200" cy="4201320"/>
              <a:chOff x="4597400" y="1873250"/>
              <a:chExt cx="2997200" cy="4201320"/>
            </a:xfrm>
          </p:grpSpPr>
          <p:sp>
            <p:nvSpPr>
              <p:cNvPr id="22" name="任意多边形 21"/>
              <p:cNvSpPr/>
              <p:nvPr>
                <p:custDataLst>
                  <p:tags r:id="rId16"/>
                </p:custDataLst>
              </p:nvPr>
            </p:nvSpPr>
            <p:spPr>
              <a:xfrm>
                <a:off x="5514975" y="5434013"/>
                <a:ext cx="1158876" cy="640557"/>
              </a:xfrm>
              <a:custGeom>
                <a:avLst/>
                <a:gdLst>
                  <a:gd name="connsiteX0" fmla="*/ 373064 w 1158876"/>
                  <a:gd name="connsiteY0" fmla="*/ 473869 h 640557"/>
                  <a:gd name="connsiteX1" fmla="*/ 785813 w 1158876"/>
                  <a:gd name="connsiteY1" fmla="*/ 473869 h 640557"/>
                  <a:gd name="connsiteX2" fmla="*/ 869157 w 1158876"/>
                  <a:gd name="connsiteY2" fmla="*/ 557213 h 640557"/>
                  <a:gd name="connsiteX3" fmla="*/ 869156 w 1158876"/>
                  <a:gd name="connsiteY3" fmla="*/ 557213 h 640557"/>
                  <a:gd name="connsiteX4" fmla="*/ 785812 w 1158876"/>
                  <a:gd name="connsiteY4" fmla="*/ 640557 h 640557"/>
                  <a:gd name="connsiteX5" fmla="*/ 373064 w 1158876"/>
                  <a:gd name="connsiteY5" fmla="*/ 640556 h 640557"/>
                  <a:gd name="connsiteX6" fmla="*/ 296270 w 1158876"/>
                  <a:gd name="connsiteY6" fmla="*/ 589654 h 640557"/>
                  <a:gd name="connsiteX7" fmla="*/ 289720 w 1158876"/>
                  <a:gd name="connsiteY7" fmla="*/ 557213 h 640557"/>
                  <a:gd name="connsiteX8" fmla="*/ 296270 w 1158876"/>
                  <a:gd name="connsiteY8" fmla="*/ 524772 h 640557"/>
                  <a:gd name="connsiteX9" fmla="*/ 373064 w 1158876"/>
                  <a:gd name="connsiteY9" fmla="*/ 473869 h 640557"/>
                  <a:gd name="connsiteX10" fmla="*/ 156369 w 1158876"/>
                  <a:gd name="connsiteY10" fmla="*/ 235744 h 640557"/>
                  <a:gd name="connsiteX11" fmla="*/ 1002508 w 1158876"/>
                  <a:gd name="connsiteY11" fmla="*/ 235744 h 640557"/>
                  <a:gd name="connsiteX12" fmla="*/ 1085852 w 1158876"/>
                  <a:gd name="connsiteY12" fmla="*/ 319088 h 640557"/>
                  <a:gd name="connsiteX13" fmla="*/ 1085851 w 1158876"/>
                  <a:gd name="connsiteY13" fmla="*/ 319088 h 640557"/>
                  <a:gd name="connsiteX14" fmla="*/ 1002507 w 1158876"/>
                  <a:gd name="connsiteY14" fmla="*/ 402432 h 640557"/>
                  <a:gd name="connsiteX15" fmla="*/ 156369 w 1158876"/>
                  <a:gd name="connsiteY15" fmla="*/ 402431 h 640557"/>
                  <a:gd name="connsiteX16" fmla="*/ 79574 w 1158876"/>
                  <a:gd name="connsiteY16" fmla="*/ 351528 h 640557"/>
                  <a:gd name="connsiteX17" fmla="*/ 73025 w 1158876"/>
                  <a:gd name="connsiteY17" fmla="*/ 319087 h 640557"/>
                  <a:gd name="connsiteX18" fmla="*/ 79574 w 1158876"/>
                  <a:gd name="connsiteY18" fmla="*/ 286646 h 640557"/>
                  <a:gd name="connsiteX19" fmla="*/ 156369 w 1158876"/>
                  <a:gd name="connsiteY19" fmla="*/ 235744 h 640557"/>
                  <a:gd name="connsiteX20" fmla="*/ 83344 w 1158876"/>
                  <a:gd name="connsiteY20" fmla="*/ 0 h 640557"/>
                  <a:gd name="connsiteX21" fmla="*/ 1075532 w 1158876"/>
                  <a:gd name="connsiteY21" fmla="*/ 0 h 640557"/>
                  <a:gd name="connsiteX22" fmla="*/ 1158876 w 1158876"/>
                  <a:gd name="connsiteY22" fmla="*/ 83344 h 640557"/>
                  <a:gd name="connsiteX23" fmla="*/ 1158875 w 1158876"/>
                  <a:gd name="connsiteY23" fmla="*/ 83344 h 640557"/>
                  <a:gd name="connsiteX24" fmla="*/ 1075531 w 1158876"/>
                  <a:gd name="connsiteY24" fmla="*/ 166688 h 640557"/>
                  <a:gd name="connsiteX25" fmla="*/ 83344 w 1158876"/>
                  <a:gd name="connsiteY25" fmla="*/ 166687 h 640557"/>
                  <a:gd name="connsiteX26" fmla="*/ 6549 w 1158876"/>
                  <a:gd name="connsiteY26" fmla="*/ 115784 h 640557"/>
                  <a:gd name="connsiteX27" fmla="*/ 0 w 1158876"/>
                  <a:gd name="connsiteY27" fmla="*/ 83343 h 640557"/>
                  <a:gd name="connsiteX28" fmla="*/ 6549 w 1158876"/>
                  <a:gd name="connsiteY28" fmla="*/ 50902 h 640557"/>
                  <a:gd name="connsiteX29" fmla="*/ 83344 w 1158876"/>
                  <a:gd name="connsiteY29" fmla="*/ 0 h 640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58876" h="640557">
                    <a:moveTo>
                      <a:pt x="373064" y="473869"/>
                    </a:moveTo>
                    <a:lnTo>
                      <a:pt x="785813" y="473869"/>
                    </a:lnTo>
                    <a:cubicBezTo>
                      <a:pt x="831843" y="473869"/>
                      <a:pt x="869157" y="511183"/>
                      <a:pt x="869157" y="557213"/>
                    </a:cubicBezTo>
                    <a:lnTo>
                      <a:pt x="869156" y="557213"/>
                    </a:lnTo>
                    <a:cubicBezTo>
                      <a:pt x="869156" y="603243"/>
                      <a:pt x="831842" y="640557"/>
                      <a:pt x="785812" y="640557"/>
                    </a:cubicBezTo>
                    <a:lnTo>
                      <a:pt x="373064" y="640556"/>
                    </a:lnTo>
                    <a:cubicBezTo>
                      <a:pt x="338542" y="640556"/>
                      <a:pt x="308922" y="619567"/>
                      <a:pt x="296270" y="589654"/>
                    </a:cubicBezTo>
                    <a:lnTo>
                      <a:pt x="289720" y="557213"/>
                    </a:lnTo>
                    <a:lnTo>
                      <a:pt x="296270" y="524772"/>
                    </a:lnTo>
                    <a:cubicBezTo>
                      <a:pt x="308922" y="494858"/>
                      <a:pt x="338542" y="473869"/>
                      <a:pt x="373064" y="473869"/>
                    </a:cubicBezTo>
                    <a:close/>
                    <a:moveTo>
                      <a:pt x="156369" y="235744"/>
                    </a:moveTo>
                    <a:lnTo>
                      <a:pt x="1002508" y="235744"/>
                    </a:lnTo>
                    <a:cubicBezTo>
                      <a:pt x="1048538" y="235744"/>
                      <a:pt x="1085852" y="273058"/>
                      <a:pt x="1085852" y="319088"/>
                    </a:cubicBezTo>
                    <a:lnTo>
                      <a:pt x="1085851" y="319088"/>
                    </a:lnTo>
                    <a:cubicBezTo>
                      <a:pt x="1085851" y="365118"/>
                      <a:pt x="1048537" y="402432"/>
                      <a:pt x="1002507" y="402432"/>
                    </a:cubicBezTo>
                    <a:lnTo>
                      <a:pt x="156369" y="402431"/>
                    </a:lnTo>
                    <a:cubicBezTo>
                      <a:pt x="121846" y="402431"/>
                      <a:pt x="92227" y="381442"/>
                      <a:pt x="79574" y="351528"/>
                    </a:cubicBezTo>
                    <a:lnTo>
                      <a:pt x="73025" y="319087"/>
                    </a:lnTo>
                    <a:lnTo>
                      <a:pt x="79574" y="286646"/>
                    </a:lnTo>
                    <a:cubicBezTo>
                      <a:pt x="92227" y="256733"/>
                      <a:pt x="121846" y="235744"/>
                      <a:pt x="156369" y="235744"/>
                    </a:cubicBezTo>
                    <a:close/>
                    <a:moveTo>
                      <a:pt x="83344" y="0"/>
                    </a:moveTo>
                    <a:lnTo>
                      <a:pt x="1075532" y="0"/>
                    </a:lnTo>
                    <a:cubicBezTo>
                      <a:pt x="1121562" y="0"/>
                      <a:pt x="1158876" y="37314"/>
                      <a:pt x="1158876" y="83344"/>
                    </a:cubicBezTo>
                    <a:lnTo>
                      <a:pt x="1158875" y="83344"/>
                    </a:lnTo>
                    <a:cubicBezTo>
                      <a:pt x="1158875" y="129374"/>
                      <a:pt x="1121561" y="166688"/>
                      <a:pt x="1075531" y="166688"/>
                    </a:cubicBezTo>
                    <a:lnTo>
                      <a:pt x="83344" y="166687"/>
                    </a:lnTo>
                    <a:cubicBezTo>
                      <a:pt x="48821" y="166687"/>
                      <a:pt x="19202" y="145698"/>
                      <a:pt x="6549" y="115784"/>
                    </a:cubicBezTo>
                    <a:lnTo>
                      <a:pt x="0" y="83343"/>
                    </a:lnTo>
                    <a:lnTo>
                      <a:pt x="6549" y="50902"/>
                    </a:lnTo>
                    <a:cubicBezTo>
                      <a:pt x="19202" y="20989"/>
                      <a:pt x="48821" y="0"/>
                      <a:pt x="83344" y="0"/>
                    </a:cubicBezTo>
                    <a:close/>
                  </a:path>
                </a:pathLst>
              </a:custGeom>
              <a:solidFill>
                <a:srgbClr val="ADC3DB"/>
              </a:solidFill>
              <a:effectLst>
                <a:outerShdw blurRad="50800" dist="38100" dir="5400000" algn="t" rotWithShape="0">
                  <a:prstClr val="black">
                    <a:alpha val="40000"/>
                  </a:prstClr>
                </a:outerShdw>
              </a:effectLst>
            </p:spPr>
            <p:style>
              <a:lnRef idx="0">
                <a:srgbClr val="FFFFFF"/>
              </a:lnRef>
              <a:fillRef idx="2">
                <a:schemeClr val="accent6"/>
              </a:fillRef>
              <a:effectRef idx="0">
                <a:srgbClr val="FFFFFF"/>
              </a:effectRef>
              <a:fontRef idx="minor">
                <a:schemeClr val="lt1"/>
              </a:fontRef>
            </p:style>
            <p:txBody>
              <a:bodyPr rtlCol="0" anchor="ctr"/>
              <a:lstStyle/>
              <a:p>
                <a:pPr algn="ctr">
                  <a:lnSpc>
                    <a:spcPct val="120000"/>
                  </a:lnSpc>
                </a:pPr>
                <a:endParaRPr lang="zh-CN" altLang="en-US" sz="1400">
                  <a:cs typeface="+mn-ea"/>
                  <a:sym typeface="+mn-lt"/>
                </a:endParaRPr>
              </a:p>
            </p:txBody>
          </p:sp>
          <p:sp>
            <p:nvSpPr>
              <p:cNvPr id="20" name="Freeform 12"/>
              <p:cNvSpPr>
                <a:spLocks noEditPoints="1"/>
              </p:cNvSpPr>
              <p:nvPr>
                <p:custDataLst>
                  <p:tags r:id="rId17"/>
                </p:custDataLst>
              </p:nvPr>
            </p:nvSpPr>
            <p:spPr bwMode="auto">
              <a:xfrm>
                <a:off x="5211763" y="2809875"/>
                <a:ext cx="1795463" cy="2292350"/>
              </a:xfrm>
              <a:custGeom>
                <a:avLst/>
                <a:gdLst>
                  <a:gd name="T0" fmla="*/ 506 w 550"/>
                  <a:gd name="T1" fmla="*/ 221 h 703"/>
                  <a:gd name="T2" fmla="*/ 503 w 550"/>
                  <a:gd name="T3" fmla="*/ 133 h 703"/>
                  <a:gd name="T4" fmla="*/ 436 w 550"/>
                  <a:gd name="T5" fmla="*/ 124 h 703"/>
                  <a:gd name="T6" fmla="*/ 375 w 550"/>
                  <a:gd name="T7" fmla="*/ 191 h 703"/>
                  <a:gd name="T8" fmla="*/ 347 w 550"/>
                  <a:gd name="T9" fmla="*/ 230 h 703"/>
                  <a:gd name="T10" fmla="*/ 365 w 550"/>
                  <a:gd name="T11" fmla="*/ 173 h 703"/>
                  <a:gd name="T12" fmla="*/ 265 w 550"/>
                  <a:gd name="T13" fmla="*/ 167 h 703"/>
                  <a:gd name="T14" fmla="*/ 259 w 550"/>
                  <a:gd name="T15" fmla="*/ 230 h 703"/>
                  <a:gd name="T16" fmla="*/ 265 w 550"/>
                  <a:gd name="T17" fmla="*/ 73 h 703"/>
                  <a:gd name="T18" fmla="*/ 219 w 550"/>
                  <a:gd name="T19" fmla="*/ 133 h 703"/>
                  <a:gd name="T20" fmla="*/ 170 w 550"/>
                  <a:gd name="T21" fmla="*/ 121 h 703"/>
                  <a:gd name="T22" fmla="*/ 127 w 550"/>
                  <a:gd name="T23" fmla="*/ 216 h 703"/>
                  <a:gd name="T24" fmla="*/ 94 w 550"/>
                  <a:gd name="T25" fmla="*/ 236 h 703"/>
                  <a:gd name="T26" fmla="*/ 97 w 550"/>
                  <a:gd name="T27" fmla="*/ 145 h 703"/>
                  <a:gd name="T28" fmla="*/ 69 w 550"/>
                  <a:gd name="T29" fmla="*/ 121 h 703"/>
                  <a:gd name="T30" fmla="*/ 8 w 550"/>
                  <a:gd name="T31" fmla="*/ 209 h 703"/>
                  <a:gd name="T32" fmla="*/ 17 w 550"/>
                  <a:gd name="T33" fmla="*/ 233 h 703"/>
                  <a:gd name="T34" fmla="*/ 149 w 550"/>
                  <a:gd name="T35" fmla="*/ 458 h 703"/>
                  <a:gd name="T36" fmla="*/ 219 w 550"/>
                  <a:gd name="T37" fmla="*/ 703 h 703"/>
                  <a:gd name="T38" fmla="*/ 164 w 550"/>
                  <a:gd name="T39" fmla="*/ 452 h 703"/>
                  <a:gd name="T40" fmla="*/ 57 w 550"/>
                  <a:gd name="T41" fmla="*/ 206 h 703"/>
                  <a:gd name="T42" fmla="*/ 94 w 550"/>
                  <a:gd name="T43" fmla="*/ 261 h 703"/>
                  <a:gd name="T44" fmla="*/ 146 w 550"/>
                  <a:gd name="T45" fmla="*/ 248 h 703"/>
                  <a:gd name="T46" fmla="*/ 225 w 550"/>
                  <a:gd name="T47" fmla="*/ 230 h 703"/>
                  <a:gd name="T48" fmla="*/ 274 w 550"/>
                  <a:gd name="T49" fmla="*/ 251 h 703"/>
                  <a:gd name="T50" fmla="*/ 347 w 550"/>
                  <a:gd name="T51" fmla="*/ 255 h 703"/>
                  <a:gd name="T52" fmla="*/ 445 w 550"/>
                  <a:gd name="T53" fmla="*/ 248 h 703"/>
                  <a:gd name="T54" fmla="*/ 512 w 550"/>
                  <a:gd name="T55" fmla="*/ 245 h 703"/>
                  <a:gd name="T56" fmla="*/ 321 w 550"/>
                  <a:gd name="T57" fmla="*/ 703 h 703"/>
                  <a:gd name="T58" fmla="*/ 512 w 550"/>
                  <a:gd name="T59" fmla="*/ 276 h 703"/>
                  <a:gd name="T60" fmla="*/ 540 w 550"/>
                  <a:gd name="T61" fmla="*/ 241 h 703"/>
                  <a:gd name="T62" fmla="*/ 527 w 550"/>
                  <a:gd name="T63" fmla="*/ 218 h 703"/>
                  <a:gd name="T64" fmla="*/ 187 w 550"/>
                  <a:gd name="T65" fmla="*/ 233 h 703"/>
                  <a:gd name="T66" fmla="*/ 152 w 550"/>
                  <a:gd name="T67" fmla="*/ 215 h 703"/>
                  <a:gd name="T68" fmla="*/ 179 w 550"/>
                  <a:gd name="T69" fmla="*/ 145 h 703"/>
                  <a:gd name="T70" fmla="*/ 213 w 550"/>
                  <a:gd name="T71" fmla="*/ 191 h 703"/>
                  <a:gd name="T72" fmla="*/ 291 w 550"/>
                  <a:gd name="T73" fmla="*/ 169 h 703"/>
                  <a:gd name="T74" fmla="*/ 333 w 550"/>
                  <a:gd name="T75" fmla="*/ 149 h 703"/>
                  <a:gd name="T76" fmla="*/ 298 w 550"/>
                  <a:gd name="T77" fmla="*/ 212 h 703"/>
                  <a:gd name="T78" fmla="*/ 443 w 550"/>
                  <a:gd name="T79" fmla="*/ 222 h 703"/>
                  <a:gd name="T80" fmla="*/ 404 w 550"/>
                  <a:gd name="T81" fmla="*/ 173 h 703"/>
                  <a:gd name="T82" fmla="*/ 458 w 550"/>
                  <a:gd name="T83" fmla="*/ 165 h 7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50" h="703">
                    <a:moveTo>
                      <a:pt x="527" y="218"/>
                    </a:moveTo>
                    <a:cubicBezTo>
                      <a:pt x="522" y="221"/>
                      <a:pt x="514" y="224"/>
                      <a:pt x="506" y="221"/>
                    </a:cubicBezTo>
                    <a:cubicBezTo>
                      <a:pt x="500" y="219"/>
                      <a:pt x="490" y="210"/>
                      <a:pt x="488" y="193"/>
                    </a:cubicBezTo>
                    <a:cubicBezTo>
                      <a:pt x="483" y="168"/>
                      <a:pt x="506" y="145"/>
                      <a:pt x="503" y="133"/>
                    </a:cubicBezTo>
                    <a:cubicBezTo>
                      <a:pt x="500" y="118"/>
                      <a:pt x="478" y="106"/>
                      <a:pt x="469" y="139"/>
                    </a:cubicBezTo>
                    <a:cubicBezTo>
                      <a:pt x="463" y="130"/>
                      <a:pt x="448" y="124"/>
                      <a:pt x="436" y="124"/>
                    </a:cubicBezTo>
                    <a:cubicBezTo>
                      <a:pt x="408" y="124"/>
                      <a:pt x="390" y="139"/>
                      <a:pt x="381" y="164"/>
                    </a:cubicBezTo>
                    <a:cubicBezTo>
                      <a:pt x="378" y="170"/>
                      <a:pt x="375" y="182"/>
                      <a:pt x="375" y="191"/>
                    </a:cubicBezTo>
                    <a:cubicBezTo>
                      <a:pt x="375" y="200"/>
                      <a:pt x="378" y="211"/>
                      <a:pt x="383" y="219"/>
                    </a:cubicBezTo>
                    <a:cubicBezTo>
                      <a:pt x="371" y="227"/>
                      <a:pt x="362" y="230"/>
                      <a:pt x="347" y="230"/>
                    </a:cubicBezTo>
                    <a:cubicBezTo>
                      <a:pt x="341" y="230"/>
                      <a:pt x="332" y="227"/>
                      <a:pt x="323" y="224"/>
                    </a:cubicBezTo>
                    <a:cubicBezTo>
                      <a:pt x="342" y="216"/>
                      <a:pt x="359" y="204"/>
                      <a:pt x="365" y="173"/>
                    </a:cubicBezTo>
                    <a:cubicBezTo>
                      <a:pt x="371" y="141"/>
                      <a:pt x="350" y="114"/>
                      <a:pt x="310" y="120"/>
                    </a:cubicBezTo>
                    <a:cubicBezTo>
                      <a:pt x="293" y="122"/>
                      <a:pt x="271" y="138"/>
                      <a:pt x="265" y="167"/>
                    </a:cubicBezTo>
                    <a:cubicBezTo>
                      <a:pt x="265" y="167"/>
                      <a:pt x="258" y="198"/>
                      <a:pt x="274" y="224"/>
                    </a:cubicBezTo>
                    <a:cubicBezTo>
                      <a:pt x="270" y="227"/>
                      <a:pt x="265" y="230"/>
                      <a:pt x="259" y="230"/>
                    </a:cubicBezTo>
                    <a:cubicBezTo>
                      <a:pt x="236" y="231"/>
                      <a:pt x="243" y="170"/>
                      <a:pt x="243" y="157"/>
                    </a:cubicBezTo>
                    <a:cubicBezTo>
                      <a:pt x="246" y="127"/>
                      <a:pt x="259" y="100"/>
                      <a:pt x="265" y="73"/>
                    </a:cubicBezTo>
                    <a:cubicBezTo>
                      <a:pt x="286" y="0"/>
                      <a:pt x="246" y="3"/>
                      <a:pt x="237" y="36"/>
                    </a:cubicBezTo>
                    <a:cubicBezTo>
                      <a:pt x="231" y="60"/>
                      <a:pt x="222" y="97"/>
                      <a:pt x="219" y="133"/>
                    </a:cubicBezTo>
                    <a:cubicBezTo>
                      <a:pt x="213" y="127"/>
                      <a:pt x="204" y="124"/>
                      <a:pt x="197" y="121"/>
                    </a:cubicBezTo>
                    <a:cubicBezTo>
                      <a:pt x="188" y="118"/>
                      <a:pt x="179" y="118"/>
                      <a:pt x="170" y="121"/>
                    </a:cubicBezTo>
                    <a:cubicBezTo>
                      <a:pt x="152" y="127"/>
                      <a:pt x="133" y="145"/>
                      <a:pt x="127" y="182"/>
                    </a:cubicBezTo>
                    <a:cubicBezTo>
                      <a:pt x="124" y="194"/>
                      <a:pt x="124" y="207"/>
                      <a:pt x="127" y="216"/>
                    </a:cubicBezTo>
                    <a:cubicBezTo>
                      <a:pt x="125" y="217"/>
                      <a:pt x="122" y="220"/>
                      <a:pt x="119" y="223"/>
                    </a:cubicBezTo>
                    <a:cubicBezTo>
                      <a:pt x="111" y="230"/>
                      <a:pt x="101" y="237"/>
                      <a:pt x="94" y="236"/>
                    </a:cubicBezTo>
                    <a:cubicBezTo>
                      <a:pt x="78" y="234"/>
                      <a:pt x="81" y="194"/>
                      <a:pt x="85" y="173"/>
                    </a:cubicBezTo>
                    <a:cubicBezTo>
                      <a:pt x="91" y="160"/>
                      <a:pt x="94" y="151"/>
                      <a:pt x="97" y="145"/>
                    </a:cubicBezTo>
                    <a:cubicBezTo>
                      <a:pt x="100" y="136"/>
                      <a:pt x="100" y="127"/>
                      <a:pt x="97" y="124"/>
                    </a:cubicBezTo>
                    <a:cubicBezTo>
                      <a:pt x="85" y="100"/>
                      <a:pt x="69" y="121"/>
                      <a:pt x="69" y="121"/>
                    </a:cubicBezTo>
                    <a:cubicBezTo>
                      <a:pt x="66" y="127"/>
                      <a:pt x="60" y="142"/>
                      <a:pt x="57" y="164"/>
                    </a:cubicBezTo>
                    <a:cubicBezTo>
                      <a:pt x="48" y="179"/>
                      <a:pt x="36" y="188"/>
                      <a:pt x="8" y="209"/>
                    </a:cubicBezTo>
                    <a:cubicBezTo>
                      <a:pt x="2" y="215"/>
                      <a:pt x="0" y="221"/>
                      <a:pt x="4" y="228"/>
                    </a:cubicBezTo>
                    <a:cubicBezTo>
                      <a:pt x="8" y="234"/>
                      <a:pt x="11" y="233"/>
                      <a:pt x="17" y="233"/>
                    </a:cubicBezTo>
                    <a:cubicBezTo>
                      <a:pt x="23" y="242"/>
                      <a:pt x="30" y="255"/>
                      <a:pt x="39" y="264"/>
                    </a:cubicBezTo>
                    <a:cubicBezTo>
                      <a:pt x="78" y="324"/>
                      <a:pt x="118" y="391"/>
                      <a:pt x="149" y="458"/>
                    </a:cubicBezTo>
                    <a:cubicBezTo>
                      <a:pt x="182" y="531"/>
                      <a:pt x="207" y="600"/>
                      <a:pt x="216" y="673"/>
                    </a:cubicBezTo>
                    <a:cubicBezTo>
                      <a:pt x="217" y="686"/>
                      <a:pt x="218" y="694"/>
                      <a:pt x="219" y="703"/>
                    </a:cubicBezTo>
                    <a:cubicBezTo>
                      <a:pt x="237" y="703"/>
                      <a:pt x="237" y="703"/>
                      <a:pt x="237" y="703"/>
                    </a:cubicBezTo>
                    <a:cubicBezTo>
                      <a:pt x="231" y="618"/>
                      <a:pt x="204" y="534"/>
                      <a:pt x="164" y="452"/>
                    </a:cubicBezTo>
                    <a:cubicBezTo>
                      <a:pt x="127" y="373"/>
                      <a:pt x="78" y="294"/>
                      <a:pt x="33" y="224"/>
                    </a:cubicBezTo>
                    <a:cubicBezTo>
                      <a:pt x="39" y="220"/>
                      <a:pt x="51" y="212"/>
                      <a:pt x="57" y="206"/>
                    </a:cubicBezTo>
                    <a:cubicBezTo>
                      <a:pt x="57" y="209"/>
                      <a:pt x="57" y="215"/>
                      <a:pt x="57" y="218"/>
                    </a:cubicBezTo>
                    <a:cubicBezTo>
                      <a:pt x="60" y="255"/>
                      <a:pt x="79" y="259"/>
                      <a:pt x="94" y="261"/>
                    </a:cubicBezTo>
                    <a:cubicBezTo>
                      <a:pt x="108" y="261"/>
                      <a:pt x="122" y="252"/>
                      <a:pt x="136" y="239"/>
                    </a:cubicBezTo>
                    <a:cubicBezTo>
                      <a:pt x="139" y="242"/>
                      <a:pt x="142" y="246"/>
                      <a:pt x="146" y="248"/>
                    </a:cubicBezTo>
                    <a:cubicBezTo>
                      <a:pt x="158" y="259"/>
                      <a:pt x="179" y="261"/>
                      <a:pt x="192" y="258"/>
                    </a:cubicBezTo>
                    <a:cubicBezTo>
                      <a:pt x="205" y="255"/>
                      <a:pt x="216" y="245"/>
                      <a:pt x="225" y="230"/>
                    </a:cubicBezTo>
                    <a:cubicBezTo>
                      <a:pt x="225" y="236"/>
                      <a:pt x="228" y="242"/>
                      <a:pt x="231" y="245"/>
                    </a:cubicBezTo>
                    <a:cubicBezTo>
                      <a:pt x="240" y="255"/>
                      <a:pt x="259" y="258"/>
                      <a:pt x="274" y="251"/>
                    </a:cubicBezTo>
                    <a:cubicBezTo>
                      <a:pt x="280" y="248"/>
                      <a:pt x="289" y="245"/>
                      <a:pt x="295" y="242"/>
                    </a:cubicBezTo>
                    <a:cubicBezTo>
                      <a:pt x="310" y="248"/>
                      <a:pt x="329" y="255"/>
                      <a:pt x="347" y="255"/>
                    </a:cubicBezTo>
                    <a:cubicBezTo>
                      <a:pt x="368" y="255"/>
                      <a:pt x="387" y="251"/>
                      <a:pt x="402" y="236"/>
                    </a:cubicBezTo>
                    <a:cubicBezTo>
                      <a:pt x="411" y="245"/>
                      <a:pt x="425" y="250"/>
                      <a:pt x="445" y="248"/>
                    </a:cubicBezTo>
                    <a:cubicBezTo>
                      <a:pt x="460" y="246"/>
                      <a:pt x="469" y="239"/>
                      <a:pt x="475" y="227"/>
                    </a:cubicBezTo>
                    <a:cubicBezTo>
                      <a:pt x="481" y="241"/>
                      <a:pt x="498" y="247"/>
                      <a:pt x="512" y="245"/>
                    </a:cubicBezTo>
                    <a:cubicBezTo>
                      <a:pt x="417" y="388"/>
                      <a:pt x="317" y="540"/>
                      <a:pt x="304" y="703"/>
                    </a:cubicBezTo>
                    <a:cubicBezTo>
                      <a:pt x="321" y="703"/>
                      <a:pt x="321" y="703"/>
                      <a:pt x="321" y="703"/>
                    </a:cubicBezTo>
                    <a:cubicBezTo>
                      <a:pt x="321" y="696"/>
                      <a:pt x="321" y="692"/>
                      <a:pt x="323" y="682"/>
                    </a:cubicBezTo>
                    <a:cubicBezTo>
                      <a:pt x="341" y="540"/>
                      <a:pt x="426" y="403"/>
                      <a:pt x="512" y="276"/>
                    </a:cubicBezTo>
                    <a:cubicBezTo>
                      <a:pt x="518" y="267"/>
                      <a:pt x="527" y="255"/>
                      <a:pt x="533" y="243"/>
                    </a:cubicBezTo>
                    <a:cubicBezTo>
                      <a:pt x="540" y="241"/>
                      <a:pt x="540" y="241"/>
                      <a:pt x="540" y="241"/>
                    </a:cubicBezTo>
                    <a:cubicBezTo>
                      <a:pt x="547" y="238"/>
                      <a:pt x="550" y="231"/>
                      <a:pt x="545" y="221"/>
                    </a:cubicBezTo>
                    <a:cubicBezTo>
                      <a:pt x="539" y="215"/>
                      <a:pt x="533" y="215"/>
                      <a:pt x="527" y="218"/>
                    </a:cubicBezTo>
                    <a:close/>
                    <a:moveTo>
                      <a:pt x="213" y="191"/>
                    </a:moveTo>
                    <a:cubicBezTo>
                      <a:pt x="207" y="218"/>
                      <a:pt x="200" y="229"/>
                      <a:pt x="187" y="233"/>
                    </a:cubicBezTo>
                    <a:cubicBezTo>
                      <a:pt x="178" y="236"/>
                      <a:pt x="168" y="233"/>
                      <a:pt x="164" y="230"/>
                    </a:cubicBezTo>
                    <a:cubicBezTo>
                      <a:pt x="158" y="227"/>
                      <a:pt x="152" y="215"/>
                      <a:pt x="152" y="215"/>
                    </a:cubicBezTo>
                    <a:cubicBezTo>
                      <a:pt x="149" y="206"/>
                      <a:pt x="149" y="197"/>
                      <a:pt x="152" y="188"/>
                    </a:cubicBezTo>
                    <a:cubicBezTo>
                      <a:pt x="158" y="164"/>
                      <a:pt x="167" y="148"/>
                      <a:pt x="179" y="145"/>
                    </a:cubicBezTo>
                    <a:cubicBezTo>
                      <a:pt x="187" y="144"/>
                      <a:pt x="198" y="147"/>
                      <a:pt x="204" y="151"/>
                    </a:cubicBezTo>
                    <a:cubicBezTo>
                      <a:pt x="214" y="159"/>
                      <a:pt x="216" y="173"/>
                      <a:pt x="213" y="191"/>
                    </a:cubicBezTo>
                    <a:close/>
                    <a:moveTo>
                      <a:pt x="298" y="212"/>
                    </a:moveTo>
                    <a:cubicBezTo>
                      <a:pt x="295" y="206"/>
                      <a:pt x="287" y="184"/>
                      <a:pt x="291" y="169"/>
                    </a:cubicBezTo>
                    <a:cubicBezTo>
                      <a:pt x="295" y="154"/>
                      <a:pt x="307" y="146"/>
                      <a:pt x="313" y="145"/>
                    </a:cubicBezTo>
                    <a:cubicBezTo>
                      <a:pt x="324" y="144"/>
                      <a:pt x="330" y="146"/>
                      <a:pt x="333" y="149"/>
                    </a:cubicBezTo>
                    <a:cubicBezTo>
                      <a:pt x="338" y="152"/>
                      <a:pt x="340" y="159"/>
                      <a:pt x="339" y="167"/>
                    </a:cubicBezTo>
                    <a:cubicBezTo>
                      <a:pt x="337" y="178"/>
                      <a:pt x="321" y="203"/>
                      <a:pt x="298" y="212"/>
                    </a:cubicBezTo>
                    <a:close/>
                    <a:moveTo>
                      <a:pt x="461" y="193"/>
                    </a:moveTo>
                    <a:cubicBezTo>
                      <a:pt x="461" y="202"/>
                      <a:pt x="455" y="221"/>
                      <a:pt x="443" y="222"/>
                    </a:cubicBezTo>
                    <a:cubicBezTo>
                      <a:pt x="421" y="224"/>
                      <a:pt x="411" y="215"/>
                      <a:pt x="405" y="206"/>
                    </a:cubicBezTo>
                    <a:cubicBezTo>
                      <a:pt x="399" y="197"/>
                      <a:pt x="401" y="182"/>
                      <a:pt x="404" y="173"/>
                    </a:cubicBezTo>
                    <a:cubicBezTo>
                      <a:pt x="410" y="157"/>
                      <a:pt x="420" y="148"/>
                      <a:pt x="436" y="148"/>
                    </a:cubicBezTo>
                    <a:cubicBezTo>
                      <a:pt x="445" y="148"/>
                      <a:pt x="454" y="154"/>
                      <a:pt x="458" y="165"/>
                    </a:cubicBezTo>
                    <a:cubicBezTo>
                      <a:pt x="461" y="173"/>
                      <a:pt x="460" y="188"/>
                      <a:pt x="461" y="193"/>
                    </a:cubicBezTo>
                    <a:close/>
                  </a:path>
                </a:pathLst>
              </a:custGeom>
              <a:solidFill>
                <a:srgbClr val="004EA2"/>
              </a:solidFill>
              <a:ln>
                <a:noFill/>
              </a:ln>
            </p:spPr>
            <p:txBody>
              <a:bodyPr vert="horz" wrap="square" lIns="91440" tIns="45720" rIns="91440" bIns="45720" numCol="1" anchor="t" anchorCtr="0" compatLnSpc="1"/>
              <a:lstStyle/>
              <a:p>
                <a:pPr>
                  <a:lnSpc>
                    <a:spcPct val="120000"/>
                  </a:lnSpc>
                </a:pPr>
                <a:endParaRPr lang="zh-CN" altLang="en-US" sz="1400">
                  <a:cs typeface="+mn-ea"/>
                  <a:sym typeface="+mn-lt"/>
                </a:endParaRPr>
              </a:p>
            </p:txBody>
          </p:sp>
          <p:sp>
            <p:nvSpPr>
              <p:cNvPr id="21" name="Freeform 13"/>
              <p:cNvSpPr/>
              <p:nvPr>
                <p:custDataLst>
                  <p:tags r:id="rId18"/>
                </p:custDataLst>
              </p:nvPr>
            </p:nvSpPr>
            <p:spPr bwMode="auto">
              <a:xfrm>
                <a:off x="4597400" y="1873250"/>
                <a:ext cx="1390650" cy="1624013"/>
              </a:xfrm>
              <a:custGeom>
                <a:avLst/>
                <a:gdLst>
                  <a:gd name="T0" fmla="*/ 70 w 426"/>
                  <a:gd name="T1" fmla="*/ 498 h 498"/>
                  <a:gd name="T2" fmla="*/ 67 w 426"/>
                  <a:gd name="T3" fmla="*/ 444 h 498"/>
                  <a:gd name="T4" fmla="*/ 183 w 426"/>
                  <a:gd name="T5" fmla="*/ 178 h 498"/>
                  <a:gd name="T6" fmla="*/ 426 w 426"/>
                  <a:gd name="T7" fmla="*/ 70 h 498"/>
                  <a:gd name="T8" fmla="*/ 426 w 426"/>
                  <a:gd name="T9" fmla="*/ 0 h 498"/>
                  <a:gd name="T10" fmla="*/ 134 w 426"/>
                  <a:gd name="T11" fmla="*/ 129 h 498"/>
                  <a:gd name="T12" fmla="*/ 0 w 426"/>
                  <a:gd name="T13" fmla="*/ 444 h 498"/>
                  <a:gd name="T14" fmla="*/ 2 w 426"/>
                  <a:gd name="T15" fmla="*/ 498 h 498"/>
                  <a:gd name="T16" fmla="*/ 70 w 426"/>
                  <a:gd name="T17" fmla="*/ 498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6" h="498">
                    <a:moveTo>
                      <a:pt x="70" y="498"/>
                    </a:moveTo>
                    <a:cubicBezTo>
                      <a:pt x="68" y="481"/>
                      <a:pt x="67" y="464"/>
                      <a:pt x="67" y="444"/>
                    </a:cubicBezTo>
                    <a:cubicBezTo>
                      <a:pt x="67" y="338"/>
                      <a:pt x="109" y="244"/>
                      <a:pt x="183" y="178"/>
                    </a:cubicBezTo>
                    <a:cubicBezTo>
                      <a:pt x="246" y="117"/>
                      <a:pt x="332" y="77"/>
                      <a:pt x="426" y="70"/>
                    </a:cubicBezTo>
                    <a:cubicBezTo>
                      <a:pt x="426" y="0"/>
                      <a:pt x="426" y="0"/>
                      <a:pt x="426" y="0"/>
                    </a:cubicBezTo>
                    <a:cubicBezTo>
                      <a:pt x="313" y="7"/>
                      <a:pt x="209" y="57"/>
                      <a:pt x="134" y="129"/>
                    </a:cubicBezTo>
                    <a:cubicBezTo>
                      <a:pt x="51" y="208"/>
                      <a:pt x="0" y="320"/>
                      <a:pt x="0" y="444"/>
                    </a:cubicBezTo>
                    <a:cubicBezTo>
                      <a:pt x="0" y="464"/>
                      <a:pt x="0" y="481"/>
                      <a:pt x="2" y="498"/>
                    </a:cubicBezTo>
                    <a:lnTo>
                      <a:pt x="70" y="498"/>
                    </a:lnTo>
                    <a:close/>
                  </a:path>
                </a:pathLst>
              </a:custGeom>
              <a:solidFill>
                <a:srgbClr val="ADC3DB"/>
              </a:solidFill>
              <a:effectLst>
                <a:outerShdw blurRad="50800" dist="38100" dir="5400000" algn="t" rotWithShape="0">
                  <a:prstClr val="black">
                    <a:alpha val="40000"/>
                  </a:prstClr>
                </a:outerShdw>
              </a:effectLst>
            </p:spPr>
            <p:style>
              <a:lnRef idx="0">
                <a:srgbClr val="FFFFFF"/>
              </a:lnRef>
              <a:fillRef idx="2">
                <a:schemeClr val="accent6"/>
              </a:fillRef>
              <a:effectRef idx="0">
                <a:srgbClr val="FFFFFF"/>
              </a:effectRef>
              <a:fontRef idx="minor">
                <a:schemeClr val="lt1"/>
              </a:fontRef>
            </p:style>
            <p:txBody>
              <a:bodyPr vert="horz" wrap="square" lIns="91440" tIns="45720" rIns="91440" bIns="45720" numCol="1" anchor="t" anchorCtr="0" compatLnSpc="1"/>
              <a:lstStyle/>
              <a:p>
                <a:pPr>
                  <a:lnSpc>
                    <a:spcPct val="120000"/>
                  </a:lnSpc>
                </a:pPr>
                <a:endParaRPr lang="zh-CN" altLang="en-US" sz="1400">
                  <a:cs typeface="+mn-ea"/>
                  <a:sym typeface="+mn-lt"/>
                </a:endParaRPr>
              </a:p>
            </p:txBody>
          </p:sp>
          <p:sp>
            <p:nvSpPr>
              <p:cNvPr id="23" name="Freeform 14"/>
              <p:cNvSpPr/>
              <p:nvPr>
                <p:custDataLst>
                  <p:tags r:id="rId19"/>
                </p:custDataLst>
              </p:nvPr>
            </p:nvSpPr>
            <p:spPr bwMode="auto">
              <a:xfrm>
                <a:off x="4637088" y="3692525"/>
                <a:ext cx="1350963" cy="1627188"/>
              </a:xfrm>
              <a:custGeom>
                <a:avLst/>
                <a:gdLst>
                  <a:gd name="T0" fmla="*/ 250 w 414"/>
                  <a:gd name="T1" fmla="*/ 344 h 499"/>
                  <a:gd name="T2" fmla="*/ 229 w 414"/>
                  <a:gd name="T3" fmla="*/ 250 h 499"/>
                  <a:gd name="T4" fmla="*/ 143 w 414"/>
                  <a:gd name="T5" fmla="*/ 123 h 499"/>
                  <a:gd name="T6" fmla="*/ 70 w 414"/>
                  <a:gd name="T7" fmla="*/ 0 h 499"/>
                  <a:gd name="T8" fmla="*/ 0 w 414"/>
                  <a:gd name="T9" fmla="*/ 0 h 499"/>
                  <a:gd name="T10" fmla="*/ 91 w 414"/>
                  <a:gd name="T11" fmla="*/ 166 h 499"/>
                  <a:gd name="T12" fmla="*/ 165 w 414"/>
                  <a:gd name="T13" fmla="*/ 275 h 499"/>
                  <a:gd name="T14" fmla="*/ 183 w 414"/>
                  <a:gd name="T15" fmla="*/ 351 h 499"/>
                  <a:gd name="T16" fmla="*/ 250 w 414"/>
                  <a:gd name="T17" fmla="*/ 487 h 499"/>
                  <a:gd name="T18" fmla="*/ 278 w 414"/>
                  <a:gd name="T19" fmla="*/ 499 h 499"/>
                  <a:gd name="T20" fmla="*/ 414 w 414"/>
                  <a:gd name="T21" fmla="*/ 499 h 499"/>
                  <a:gd name="T22" fmla="*/ 414 w 414"/>
                  <a:gd name="T23" fmla="*/ 438 h 499"/>
                  <a:gd name="T24" fmla="*/ 294 w 414"/>
                  <a:gd name="T25" fmla="*/ 438 h 499"/>
                  <a:gd name="T26" fmla="*/ 250 w 414"/>
                  <a:gd name="T27" fmla="*/ 344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14" h="499">
                    <a:moveTo>
                      <a:pt x="250" y="344"/>
                    </a:moveTo>
                    <a:cubicBezTo>
                      <a:pt x="250" y="320"/>
                      <a:pt x="247" y="293"/>
                      <a:pt x="229" y="250"/>
                    </a:cubicBezTo>
                    <a:cubicBezTo>
                      <a:pt x="204" y="196"/>
                      <a:pt x="174" y="156"/>
                      <a:pt x="143" y="123"/>
                    </a:cubicBezTo>
                    <a:cubicBezTo>
                      <a:pt x="116" y="88"/>
                      <a:pt x="88" y="54"/>
                      <a:pt x="70" y="0"/>
                    </a:cubicBezTo>
                    <a:cubicBezTo>
                      <a:pt x="0" y="0"/>
                      <a:pt x="0" y="0"/>
                      <a:pt x="0" y="0"/>
                    </a:cubicBezTo>
                    <a:cubicBezTo>
                      <a:pt x="18" y="76"/>
                      <a:pt x="55" y="121"/>
                      <a:pt x="91" y="166"/>
                    </a:cubicBezTo>
                    <a:cubicBezTo>
                      <a:pt x="119" y="196"/>
                      <a:pt x="146" y="229"/>
                      <a:pt x="165" y="275"/>
                    </a:cubicBezTo>
                    <a:cubicBezTo>
                      <a:pt x="180" y="308"/>
                      <a:pt x="180" y="332"/>
                      <a:pt x="183" y="351"/>
                    </a:cubicBezTo>
                    <a:cubicBezTo>
                      <a:pt x="186" y="390"/>
                      <a:pt x="192" y="420"/>
                      <a:pt x="250" y="487"/>
                    </a:cubicBezTo>
                    <a:cubicBezTo>
                      <a:pt x="259" y="496"/>
                      <a:pt x="268" y="499"/>
                      <a:pt x="278" y="499"/>
                    </a:cubicBezTo>
                    <a:cubicBezTo>
                      <a:pt x="278" y="499"/>
                      <a:pt x="278" y="499"/>
                      <a:pt x="414" y="499"/>
                    </a:cubicBezTo>
                    <a:cubicBezTo>
                      <a:pt x="414" y="438"/>
                      <a:pt x="414" y="438"/>
                      <a:pt x="414" y="438"/>
                    </a:cubicBezTo>
                    <a:cubicBezTo>
                      <a:pt x="361" y="438"/>
                      <a:pt x="313" y="438"/>
                      <a:pt x="294" y="438"/>
                    </a:cubicBezTo>
                    <a:cubicBezTo>
                      <a:pt x="258" y="392"/>
                      <a:pt x="253" y="369"/>
                      <a:pt x="250" y="344"/>
                    </a:cubicBezTo>
                    <a:close/>
                  </a:path>
                </a:pathLst>
              </a:custGeom>
              <a:solidFill>
                <a:srgbClr val="ADC3DB"/>
              </a:solidFill>
              <a:effectLst>
                <a:outerShdw blurRad="50800" dist="38100" dir="5400000" algn="t" rotWithShape="0">
                  <a:prstClr val="black">
                    <a:alpha val="40000"/>
                  </a:prstClr>
                </a:outerShdw>
              </a:effectLst>
            </p:spPr>
            <p:style>
              <a:lnRef idx="0">
                <a:srgbClr val="FFFFFF"/>
              </a:lnRef>
              <a:fillRef idx="2">
                <a:schemeClr val="accent6"/>
              </a:fillRef>
              <a:effectRef idx="0">
                <a:srgbClr val="FFFFFF"/>
              </a:effectRef>
              <a:fontRef idx="minor">
                <a:schemeClr val="lt1"/>
              </a:fontRef>
            </p:style>
            <p:txBody>
              <a:bodyPr vert="horz" wrap="square" lIns="91440" tIns="45720" rIns="91440" bIns="45720" numCol="1" anchor="t" anchorCtr="0" compatLnSpc="1"/>
              <a:lstStyle/>
              <a:p>
                <a:pPr>
                  <a:lnSpc>
                    <a:spcPct val="120000"/>
                  </a:lnSpc>
                </a:pPr>
                <a:endParaRPr lang="zh-CN" altLang="en-US" sz="1400">
                  <a:cs typeface="+mn-ea"/>
                  <a:sym typeface="+mn-lt"/>
                </a:endParaRPr>
              </a:p>
            </p:txBody>
          </p:sp>
          <p:sp>
            <p:nvSpPr>
              <p:cNvPr id="24" name="Freeform 15"/>
              <p:cNvSpPr/>
              <p:nvPr>
                <p:custDataLst>
                  <p:tags r:id="rId20"/>
                </p:custDataLst>
              </p:nvPr>
            </p:nvSpPr>
            <p:spPr bwMode="auto">
              <a:xfrm>
                <a:off x="6203950" y="1873250"/>
                <a:ext cx="1390650" cy="1624013"/>
              </a:xfrm>
              <a:custGeom>
                <a:avLst/>
                <a:gdLst>
                  <a:gd name="T0" fmla="*/ 356 w 426"/>
                  <a:gd name="T1" fmla="*/ 444 h 498"/>
                  <a:gd name="T2" fmla="*/ 353 w 426"/>
                  <a:gd name="T3" fmla="*/ 498 h 498"/>
                  <a:gd name="T4" fmla="*/ 424 w 426"/>
                  <a:gd name="T5" fmla="*/ 498 h 498"/>
                  <a:gd name="T6" fmla="*/ 426 w 426"/>
                  <a:gd name="T7" fmla="*/ 444 h 498"/>
                  <a:gd name="T8" fmla="*/ 292 w 426"/>
                  <a:gd name="T9" fmla="*/ 129 h 498"/>
                  <a:gd name="T10" fmla="*/ 0 w 426"/>
                  <a:gd name="T11" fmla="*/ 0 h 498"/>
                  <a:gd name="T12" fmla="*/ 0 w 426"/>
                  <a:gd name="T13" fmla="*/ 70 h 498"/>
                  <a:gd name="T14" fmla="*/ 243 w 426"/>
                  <a:gd name="T15" fmla="*/ 178 h 498"/>
                  <a:gd name="T16" fmla="*/ 356 w 426"/>
                  <a:gd name="T17" fmla="*/ 444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6" h="498">
                    <a:moveTo>
                      <a:pt x="356" y="444"/>
                    </a:moveTo>
                    <a:cubicBezTo>
                      <a:pt x="356" y="464"/>
                      <a:pt x="355" y="481"/>
                      <a:pt x="353" y="498"/>
                    </a:cubicBezTo>
                    <a:cubicBezTo>
                      <a:pt x="424" y="498"/>
                      <a:pt x="424" y="498"/>
                      <a:pt x="424" y="498"/>
                    </a:cubicBezTo>
                    <a:cubicBezTo>
                      <a:pt x="426" y="481"/>
                      <a:pt x="426" y="464"/>
                      <a:pt x="426" y="444"/>
                    </a:cubicBezTo>
                    <a:cubicBezTo>
                      <a:pt x="426" y="320"/>
                      <a:pt x="374" y="208"/>
                      <a:pt x="292" y="129"/>
                    </a:cubicBezTo>
                    <a:cubicBezTo>
                      <a:pt x="214" y="57"/>
                      <a:pt x="114" y="8"/>
                      <a:pt x="0" y="0"/>
                    </a:cubicBezTo>
                    <a:cubicBezTo>
                      <a:pt x="0" y="70"/>
                      <a:pt x="0" y="70"/>
                      <a:pt x="0" y="70"/>
                    </a:cubicBezTo>
                    <a:cubicBezTo>
                      <a:pt x="95" y="78"/>
                      <a:pt x="180" y="118"/>
                      <a:pt x="243" y="178"/>
                    </a:cubicBezTo>
                    <a:cubicBezTo>
                      <a:pt x="313" y="244"/>
                      <a:pt x="356" y="338"/>
                      <a:pt x="356" y="444"/>
                    </a:cubicBezTo>
                    <a:close/>
                  </a:path>
                </a:pathLst>
              </a:custGeom>
              <a:solidFill>
                <a:srgbClr val="004EA2"/>
              </a:solidFill>
              <a:ln>
                <a:noFill/>
              </a:ln>
              <a:effectLst>
                <a:outerShdw blurRad="50800" dist="38100" dir="5400000" algn="t" rotWithShape="0">
                  <a:prstClr val="black">
                    <a:alpha val="40000"/>
                  </a:prstClr>
                </a:outerShdw>
              </a:effectLst>
            </p:spPr>
            <p:txBody>
              <a:bodyPr vert="horz" wrap="square" lIns="91440" tIns="45720" rIns="91440" bIns="45720" numCol="1" anchor="t" anchorCtr="0" compatLnSpc="1"/>
              <a:lstStyle/>
              <a:p>
                <a:pPr>
                  <a:lnSpc>
                    <a:spcPct val="120000"/>
                  </a:lnSpc>
                </a:pPr>
                <a:endParaRPr lang="zh-CN" altLang="en-US" sz="1400">
                  <a:cs typeface="+mn-ea"/>
                  <a:sym typeface="+mn-lt"/>
                </a:endParaRPr>
              </a:p>
            </p:txBody>
          </p:sp>
          <p:sp>
            <p:nvSpPr>
              <p:cNvPr id="25" name="Freeform 16"/>
              <p:cNvSpPr/>
              <p:nvPr>
                <p:custDataLst>
                  <p:tags r:id="rId21"/>
                </p:custDataLst>
              </p:nvPr>
            </p:nvSpPr>
            <p:spPr bwMode="auto">
              <a:xfrm>
                <a:off x="6203950" y="3692525"/>
                <a:ext cx="1350963" cy="1627188"/>
              </a:xfrm>
              <a:custGeom>
                <a:avLst/>
                <a:gdLst>
                  <a:gd name="T0" fmla="*/ 341 w 414"/>
                  <a:gd name="T1" fmla="*/ 0 h 499"/>
                  <a:gd name="T2" fmla="*/ 268 w 414"/>
                  <a:gd name="T3" fmla="*/ 123 h 499"/>
                  <a:gd name="T4" fmla="*/ 185 w 414"/>
                  <a:gd name="T5" fmla="*/ 250 h 499"/>
                  <a:gd name="T6" fmla="*/ 161 w 414"/>
                  <a:gd name="T7" fmla="*/ 344 h 499"/>
                  <a:gd name="T8" fmla="*/ 118 w 414"/>
                  <a:gd name="T9" fmla="*/ 438 h 499"/>
                  <a:gd name="T10" fmla="*/ 0 w 414"/>
                  <a:gd name="T11" fmla="*/ 438 h 499"/>
                  <a:gd name="T12" fmla="*/ 0 w 414"/>
                  <a:gd name="T13" fmla="*/ 499 h 499"/>
                  <a:gd name="T14" fmla="*/ 133 w 414"/>
                  <a:gd name="T15" fmla="*/ 499 h 499"/>
                  <a:gd name="T16" fmla="*/ 158 w 414"/>
                  <a:gd name="T17" fmla="*/ 490 h 499"/>
                  <a:gd name="T18" fmla="*/ 228 w 414"/>
                  <a:gd name="T19" fmla="*/ 351 h 499"/>
                  <a:gd name="T20" fmla="*/ 249 w 414"/>
                  <a:gd name="T21" fmla="*/ 275 h 499"/>
                  <a:gd name="T22" fmla="*/ 320 w 414"/>
                  <a:gd name="T23" fmla="*/ 166 h 499"/>
                  <a:gd name="T24" fmla="*/ 414 w 414"/>
                  <a:gd name="T25" fmla="*/ 0 h 499"/>
                  <a:gd name="T26" fmla="*/ 341 w 414"/>
                  <a:gd name="T27"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14" h="499">
                    <a:moveTo>
                      <a:pt x="341" y="0"/>
                    </a:moveTo>
                    <a:cubicBezTo>
                      <a:pt x="325" y="54"/>
                      <a:pt x="297" y="88"/>
                      <a:pt x="268" y="123"/>
                    </a:cubicBezTo>
                    <a:cubicBezTo>
                      <a:pt x="237" y="156"/>
                      <a:pt x="207" y="196"/>
                      <a:pt x="185" y="250"/>
                    </a:cubicBezTo>
                    <a:cubicBezTo>
                      <a:pt x="167" y="293"/>
                      <a:pt x="164" y="320"/>
                      <a:pt x="161" y="344"/>
                    </a:cubicBezTo>
                    <a:cubicBezTo>
                      <a:pt x="158" y="369"/>
                      <a:pt x="155" y="392"/>
                      <a:pt x="118" y="438"/>
                    </a:cubicBezTo>
                    <a:cubicBezTo>
                      <a:pt x="118" y="438"/>
                      <a:pt x="63" y="438"/>
                      <a:pt x="0" y="438"/>
                    </a:cubicBezTo>
                    <a:cubicBezTo>
                      <a:pt x="0" y="499"/>
                      <a:pt x="0" y="499"/>
                      <a:pt x="0" y="499"/>
                    </a:cubicBezTo>
                    <a:cubicBezTo>
                      <a:pt x="37" y="499"/>
                      <a:pt x="81" y="499"/>
                      <a:pt x="133" y="499"/>
                    </a:cubicBezTo>
                    <a:cubicBezTo>
                      <a:pt x="142" y="499"/>
                      <a:pt x="152" y="496"/>
                      <a:pt x="158" y="490"/>
                    </a:cubicBezTo>
                    <a:cubicBezTo>
                      <a:pt x="222" y="420"/>
                      <a:pt x="225" y="390"/>
                      <a:pt x="228" y="351"/>
                    </a:cubicBezTo>
                    <a:cubicBezTo>
                      <a:pt x="231" y="332"/>
                      <a:pt x="234" y="308"/>
                      <a:pt x="249" y="275"/>
                    </a:cubicBezTo>
                    <a:cubicBezTo>
                      <a:pt x="268" y="229"/>
                      <a:pt x="295" y="196"/>
                      <a:pt x="320" y="166"/>
                    </a:cubicBezTo>
                    <a:cubicBezTo>
                      <a:pt x="358" y="121"/>
                      <a:pt x="395" y="76"/>
                      <a:pt x="414" y="0"/>
                    </a:cubicBezTo>
                    <a:lnTo>
                      <a:pt x="341" y="0"/>
                    </a:lnTo>
                    <a:close/>
                  </a:path>
                </a:pathLst>
              </a:custGeom>
              <a:solidFill>
                <a:srgbClr val="004EA2"/>
              </a:solidFill>
              <a:ln>
                <a:noFill/>
              </a:ln>
              <a:effectLst>
                <a:outerShdw blurRad="50800" dist="38100" dir="5400000" algn="t" rotWithShape="0">
                  <a:prstClr val="black">
                    <a:alpha val="40000"/>
                  </a:prstClr>
                </a:outerShdw>
              </a:effectLst>
            </p:spPr>
            <p:txBody>
              <a:bodyPr vert="horz" wrap="square" lIns="91440" tIns="45720" rIns="91440" bIns="45720" numCol="1" anchor="t" anchorCtr="0" compatLnSpc="1"/>
              <a:lstStyle/>
              <a:p>
                <a:pPr>
                  <a:lnSpc>
                    <a:spcPct val="120000"/>
                  </a:lnSpc>
                </a:pPr>
                <a:endParaRPr lang="zh-CN" altLang="en-US" sz="1400">
                  <a:cs typeface="+mn-ea"/>
                  <a:sym typeface="+mn-lt"/>
                </a:endParaRPr>
              </a:p>
            </p:txBody>
          </p:sp>
        </p:grpSp>
        <p:sp>
          <p:nvSpPr>
            <p:cNvPr id="26" name="椭圆 25"/>
            <p:cNvSpPr/>
            <p:nvPr>
              <p:custDataLst>
                <p:tags r:id="rId3"/>
              </p:custDataLst>
            </p:nvPr>
          </p:nvSpPr>
          <p:spPr>
            <a:xfrm>
              <a:off x="4805998" y="2224088"/>
              <a:ext cx="474662" cy="474662"/>
            </a:xfrm>
            <a:prstGeom prst="ellipse">
              <a:avLst/>
            </a:prstGeom>
            <a:solidFill>
              <a:schemeClr val="bg1"/>
            </a:solidFill>
            <a:ln w="28575">
              <a:solidFill>
                <a:srgbClr val="ADC3DB"/>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2000" b="1" dirty="0">
                  <a:solidFill>
                    <a:schemeClr val="tx1">
                      <a:lumMod val="95000"/>
                      <a:lumOff val="5000"/>
                    </a:schemeClr>
                  </a:solidFill>
                  <a:cs typeface="+mn-ea"/>
                  <a:sym typeface="+mn-lt"/>
                </a:rPr>
                <a:t>1</a:t>
              </a:r>
              <a:endParaRPr lang="zh-CN" altLang="en-US" sz="2000" b="1" dirty="0">
                <a:solidFill>
                  <a:schemeClr val="tx1">
                    <a:lumMod val="95000"/>
                    <a:lumOff val="5000"/>
                  </a:schemeClr>
                </a:solidFill>
                <a:cs typeface="+mn-ea"/>
                <a:sym typeface="+mn-lt"/>
              </a:endParaRPr>
            </a:p>
          </p:txBody>
        </p:sp>
        <p:sp>
          <p:nvSpPr>
            <p:cNvPr id="27" name="椭圆 26"/>
            <p:cNvSpPr/>
            <p:nvPr>
              <p:custDataLst>
                <p:tags r:id="rId4"/>
              </p:custDataLst>
            </p:nvPr>
          </p:nvSpPr>
          <p:spPr>
            <a:xfrm>
              <a:off x="6901498" y="2224088"/>
              <a:ext cx="474662" cy="474662"/>
            </a:xfrm>
            <a:prstGeom prst="ellipse">
              <a:avLst/>
            </a:prstGeom>
            <a:solidFill>
              <a:srgbClr val="FFFFFF"/>
            </a:solidFill>
            <a:ln w="28575">
              <a:solidFill>
                <a:srgbClr val="004EA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2000" b="1" dirty="0">
                  <a:solidFill>
                    <a:srgbClr val="433D3C"/>
                  </a:solidFill>
                  <a:cs typeface="+mn-ea"/>
                  <a:sym typeface="+mn-lt"/>
                </a:rPr>
                <a:t>2</a:t>
              </a:r>
              <a:endParaRPr lang="zh-CN" altLang="en-US" sz="2000" b="1" dirty="0">
                <a:solidFill>
                  <a:srgbClr val="433D3C"/>
                </a:solidFill>
                <a:cs typeface="+mn-ea"/>
                <a:sym typeface="+mn-lt"/>
              </a:endParaRPr>
            </a:p>
          </p:txBody>
        </p:sp>
        <p:sp>
          <p:nvSpPr>
            <p:cNvPr id="28" name="椭圆 27"/>
            <p:cNvSpPr/>
            <p:nvPr>
              <p:custDataLst>
                <p:tags r:id="rId5"/>
              </p:custDataLst>
            </p:nvPr>
          </p:nvSpPr>
          <p:spPr>
            <a:xfrm>
              <a:off x="4972686" y="4243388"/>
              <a:ext cx="474662" cy="474662"/>
            </a:xfrm>
            <a:prstGeom prst="ellipse">
              <a:avLst/>
            </a:prstGeom>
            <a:solidFill>
              <a:schemeClr val="bg1"/>
            </a:solidFill>
            <a:ln w="28575">
              <a:solidFill>
                <a:srgbClr val="ADC3DB"/>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2000" b="1" dirty="0">
                  <a:solidFill>
                    <a:schemeClr val="tx1">
                      <a:lumMod val="95000"/>
                      <a:lumOff val="5000"/>
                    </a:schemeClr>
                  </a:solidFill>
                  <a:cs typeface="+mn-ea"/>
                  <a:sym typeface="+mn-lt"/>
                </a:rPr>
                <a:t>3</a:t>
              </a:r>
              <a:endParaRPr lang="zh-CN" altLang="en-US" sz="2000" b="1" dirty="0">
                <a:solidFill>
                  <a:schemeClr val="tx1">
                    <a:lumMod val="95000"/>
                    <a:lumOff val="5000"/>
                  </a:schemeClr>
                </a:solidFill>
                <a:cs typeface="+mn-ea"/>
                <a:sym typeface="+mn-lt"/>
              </a:endParaRPr>
            </a:p>
          </p:txBody>
        </p:sp>
        <p:sp>
          <p:nvSpPr>
            <p:cNvPr id="29" name="椭圆 28"/>
            <p:cNvSpPr/>
            <p:nvPr>
              <p:custDataLst>
                <p:tags r:id="rId6"/>
              </p:custDataLst>
            </p:nvPr>
          </p:nvSpPr>
          <p:spPr>
            <a:xfrm>
              <a:off x="6749098" y="4243388"/>
              <a:ext cx="474662" cy="474662"/>
            </a:xfrm>
            <a:prstGeom prst="ellipse">
              <a:avLst/>
            </a:prstGeom>
            <a:solidFill>
              <a:srgbClr val="FFFFFF"/>
            </a:solidFill>
            <a:ln w="28575">
              <a:solidFill>
                <a:srgbClr val="004EA2"/>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lnSpc>
                  <a:spcPct val="120000"/>
                </a:lnSpc>
                <a:buClrTx/>
                <a:buSzTx/>
                <a:buFontTx/>
              </a:pPr>
              <a:r>
                <a:rPr lang="en-US" altLang="zh-CN" sz="2000" b="1" dirty="0">
                  <a:solidFill>
                    <a:srgbClr val="433D3C"/>
                  </a:solidFill>
                  <a:cs typeface="+mn-ea"/>
                  <a:sym typeface="+mn-lt"/>
                </a:rPr>
                <a:t>4</a:t>
              </a:r>
            </a:p>
          </p:txBody>
        </p:sp>
        <p:sp>
          <p:nvSpPr>
            <p:cNvPr id="32" name="TextBox 28"/>
            <p:cNvSpPr txBox="1"/>
            <p:nvPr>
              <p:custDataLst>
                <p:tags r:id="rId7"/>
              </p:custDataLst>
            </p:nvPr>
          </p:nvSpPr>
          <p:spPr>
            <a:xfrm>
              <a:off x="9251067" y="1275424"/>
              <a:ext cx="3191388" cy="1155401"/>
            </a:xfrm>
            <a:prstGeom prst="rect">
              <a:avLst/>
            </a:prstGeom>
            <a:noFill/>
          </p:spPr>
          <p:txBody>
            <a:bodyPr wrap="square" lIns="0" tIns="0" rIns="0" bIns="0" rtlCol="0">
              <a:noAutofit/>
            </a:bodyPr>
            <a:lstStyle>
              <a:defPPr>
                <a:defRPr lang="zh-CN"/>
              </a:defPPr>
              <a:lvl1pPr algn="r">
                <a:defRPr sz="2600">
                  <a:solidFill>
                    <a:schemeClr val="accent2"/>
                  </a:solidFill>
                  <a:latin typeface="微软雅黑" panose="020B0503020204020204" pitchFamily="34" charset="-122"/>
                  <a:ea typeface="微软雅黑" panose="020B0503020204020204" pitchFamily="34" charset="-122"/>
                </a:defRPr>
              </a:lvl1pPr>
            </a:lstStyle>
            <a:p>
              <a:pPr algn="l">
                <a:lnSpc>
                  <a:spcPct val="150000"/>
                </a:lnSpc>
                <a:buClrTx/>
                <a:buSzTx/>
                <a:buFontTx/>
              </a:pPr>
              <a:r>
                <a:rPr lang="zh-CN" altLang="en-US" sz="2000" b="1">
                  <a:solidFill>
                    <a:schemeClr val="tx1"/>
                  </a:solidFill>
                  <a:sym typeface="+mn-ea"/>
                </a:rPr>
                <a:t>增强全天候和复杂海况下的环境感知鲁棒性</a:t>
              </a:r>
              <a:endParaRPr lang="zh-CN" altLang="en-US" sz="2000" b="1">
                <a:solidFill>
                  <a:schemeClr val="tx1"/>
                </a:solidFill>
                <a:sym typeface="+mn-lt"/>
              </a:endParaRPr>
            </a:p>
          </p:txBody>
        </p:sp>
        <p:sp>
          <p:nvSpPr>
            <p:cNvPr id="34" name="TextBox 28"/>
            <p:cNvSpPr txBox="1"/>
            <p:nvPr>
              <p:custDataLst>
                <p:tags r:id="rId8"/>
              </p:custDataLst>
            </p:nvPr>
          </p:nvSpPr>
          <p:spPr>
            <a:xfrm>
              <a:off x="-128068" y="3943779"/>
              <a:ext cx="3345652" cy="1010927"/>
            </a:xfrm>
            <a:prstGeom prst="rect">
              <a:avLst/>
            </a:prstGeom>
            <a:noFill/>
          </p:spPr>
          <p:txBody>
            <a:bodyPr wrap="square" lIns="0" tIns="0" rIns="0" bIns="0" rtlCol="0">
              <a:spAutoFit/>
            </a:bodyPr>
            <a:lstStyle>
              <a:defPPr>
                <a:defRPr lang="zh-CN"/>
              </a:defPPr>
              <a:lvl1pPr algn="r">
                <a:defRPr sz="2600">
                  <a:solidFill>
                    <a:schemeClr val="accent2"/>
                  </a:solidFill>
                  <a:latin typeface="微软雅黑" panose="020B0503020204020204" pitchFamily="34" charset="-122"/>
                  <a:ea typeface="微软雅黑" panose="020B0503020204020204" pitchFamily="34" charset="-122"/>
                </a:defRPr>
              </a:lvl1pPr>
            </a:lstStyle>
            <a:p>
              <a:pPr algn="l">
                <a:lnSpc>
                  <a:spcPct val="150000"/>
                </a:lnSpc>
                <a:buClrTx/>
                <a:buSzTx/>
                <a:buFontTx/>
              </a:pPr>
              <a:r>
                <a:rPr lang="zh-CN" altLang="en-US" sz="2000" b="1">
                  <a:solidFill>
                    <a:schemeClr val="tx1"/>
                  </a:solidFill>
                  <a:sym typeface="+mn-ea"/>
                </a:rPr>
                <a:t>精确获取目标三维信息，为自主航行提供决策支持</a:t>
              </a:r>
              <a:endParaRPr lang="zh-CN" altLang="en-US" sz="2000" b="1">
                <a:solidFill>
                  <a:schemeClr val="tx1"/>
                </a:solidFill>
                <a:sym typeface="+mn-lt"/>
              </a:endParaRPr>
            </a:p>
          </p:txBody>
        </p:sp>
        <p:sp>
          <p:nvSpPr>
            <p:cNvPr id="36" name="TextBox 28"/>
            <p:cNvSpPr txBox="1"/>
            <p:nvPr>
              <p:custDataLst>
                <p:tags r:id="rId9"/>
              </p:custDataLst>
            </p:nvPr>
          </p:nvSpPr>
          <p:spPr>
            <a:xfrm>
              <a:off x="9271013" y="3708858"/>
              <a:ext cx="3191388" cy="1611208"/>
            </a:xfrm>
            <a:prstGeom prst="rect">
              <a:avLst/>
            </a:prstGeom>
            <a:noFill/>
          </p:spPr>
          <p:txBody>
            <a:bodyPr wrap="square" lIns="0" tIns="0" rIns="0" bIns="0" rtlCol="0">
              <a:spAutoFit/>
            </a:bodyPr>
            <a:lstStyle>
              <a:defPPr>
                <a:defRPr lang="zh-CN"/>
              </a:defPPr>
              <a:lvl1pPr algn="r">
                <a:defRPr sz="2600">
                  <a:solidFill>
                    <a:schemeClr val="accent2"/>
                  </a:solidFill>
                  <a:latin typeface="微软雅黑" panose="020B0503020204020204" pitchFamily="34" charset="-122"/>
                  <a:ea typeface="微软雅黑" panose="020B0503020204020204" pitchFamily="34" charset="-122"/>
                </a:defRPr>
              </a:lvl1pPr>
            </a:lstStyle>
            <a:p>
              <a:pPr indent="0" algn="l" fontAlgn="auto">
                <a:lnSpc>
                  <a:spcPct val="150000"/>
                </a:lnSpc>
              </a:pPr>
              <a:r>
                <a:rPr lang="zh-CN" altLang="en-US" sz="2000" b="1">
                  <a:solidFill>
                    <a:schemeClr val="tx1"/>
                  </a:solidFill>
                  <a:sym typeface="+mn-ea"/>
                </a:rPr>
                <a:t>迁移自动驾驶的先进模型，增强船舶领域目标检测能力</a:t>
              </a:r>
              <a:endParaRPr lang="zh-CN" altLang="en-US" sz="2000" b="1" dirty="0">
                <a:solidFill>
                  <a:srgbClr val="433D3C"/>
                </a:solidFill>
                <a:latin typeface="+mn-lt"/>
                <a:ea typeface="+mn-ea"/>
                <a:cs typeface="+mn-ea"/>
                <a:sym typeface="+mn-lt"/>
              </a:endParaRPr>
            </a:p>
          </p:txBody>
        </p:sp>
        <p:cxnSp>
          <p:nvCxnSpPr>
            <p:cNvPr id="40" name="直接连接符 39"/>
            <p:cNvCxnSpPr/>
            <p:nvPr>
              <p:custDataLst>
                <p:tags r:id="rId10"/>
              </p:custDataLst>
            </p:nvPr>
          </p:nvCxnSpPr>
          <p:spPr>
            <a:xfrm flipV="1">
              <a:off x="5043329" y="1991252"/>
              <a:ext cx="0" cy="219136"/>
            </a:xfrm>
            <a:prstGeom prst="line">
              <a:avLst/>
            </a:prstGeom>
            <a:ln>
              <a:solidFill>
                <a:srgbClr val="433D3C"/>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custDataLst>
                <p:tags r:id="rId11"/>
              </p:custDataLst>
            </p:nvPr>
          </p:nvCxnSpPr>
          <p:spPr>
            <a:xfrm flipH="1">
              <a:off x="3298055" y="1991252"/>
              <a:ext cx="1750831" cy="6649"/>
            </a:xfrm>
            <a:prstGeom prst="line">
              <a:avLst/>
            </a:prstGeom>
            <a:ln>
              <a:solidFill>
                <a:srgbClr val="433D3C"/>
              </a:solidFill>
              <a:tailEnd type="ova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custDataLst>
                <p:tags r:id="rId12"/>
              </p:custDataLst>
            </p:nvPr>
          </p:nvCxnSpPr>
          <p:spPr>
            <a:xfrm flipH="1">
              <a:off x="3240323" y="4480719"/>
              <a:ext cx="1750656" cy="8376"/>
            </a:xfrm>
            <a:prstGeom prst="line">
              <a:avLst/>
            </a:prstGeom>
            <a:ln>
              <a:solidFill>
                <a:srgbClr val="433D3C"/>
              </a:solidFill>
              <a:tailEnd type="ova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custDataLst>
                <p:tags r:id="rId13"/>
              </p:custDataLst>
            </p:nvPr>
          </p:nvCxnSpPr>
          <p:spPr>
            <a:xfrm>
              <a:off x="7147559" y="1991252"/>
              <a:ext cx="1750656" cy="8376"/>
            </a:xfrm>
            <a:prstGeom prst="line">
              <a:avLst/>
            </a:prstGeom>
            <a:ln>
              <a:solidFill>
                <a:srgbClr val="433D3C"/>
              </a:solidFill>
              <a:tailEnd type="ova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custDataLst>
                <p:tags r:id="rId14"/>
              </p:custDataLst>
            </p:nvPr>
          </p:nvCxnSpPr>
          <p:spPr>
            <a:xfrm>
              <a:off x="7223760" y="4480719"/>
              <a:ext cx="1750656" cy="8376"/>
            </a:xfrm>
            <a:prstGeom prst="line">
              <a:avLst/>
            </a:prstGeom>
            <a:ln>
              <a:solidFill>
                <a:srgbClr val="433D3C"/>
              </a:solidFill>
              <a:tailEnd type="ova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custDataLst>
                <p:tags r:id="rId15"/>
              </p:custDataLst>
            </p:nvPr>
          </p:nvCxnSpPr>
          <p:spPr>
            <a:xfrm flipV="1">
              <a:off x="7147559" y="1991252"/>
              <a:ext cx="0" cy="219136"/>
            </a:xfrm>
            <a:prstGeom prst="line">
              <a:avLst/>
            </a:prstGeom>
            <a:ln>
              <a:solidFill>
                <a:srgbClr val="433D3C"/>
              </a:solidFill>
            </a:ln>
          </p:spPr>
          <p:style>
            <a:lnRef idx="1">
              <a:schemeClr val="accent1"/>
            </a:lnRef>
            <a:fillRef idx="0">
              <a:schemeClr val="accent1"/>
            </a:fillRef>
            <a:effectRef idx="0">
              <a:schemeClr val="accent1"/>
            </a:effectRef>
            <a:fontRef idx="minor">
              <a:schemeClr val="tx1"/>
            </a:fontRef>
          </p:style>
        </p:cxnSp>
      </p:grpSp>
      <p:sp>
        <p:nvSpPr>
          <p:cNvPr id="38" name="TextBox 28"/>
          <p:cNvSpPr txBox="1"/>
          <p:nvPr>
            <p:custDataLst>
              <p:tags r:id="rId2"/>
            </p:custDataLst>
          </p:nvPr>
        </p:nvSpPr>
        <p:spPr>
          <a:xfrm>
            <a:off x="661035" y="1701165"/>
            <a:ext cx="2741465" cy="1384935"/>
          </a:xfrm>
          <a:prstGeom prst="rect">
            <a:avLst/>
          </a:prstGeom>
          <a:noFill/>
        </p:spPr>
        <p:txBody>
          <a:bodyPr wrap="square" lIns="0" tIns="0" rIns="0" bIns="0" rtlCol="0">
            <a:spAutoFit/>
          </a:bodyPr>
          <a:lstStyle>
            <a:defPPr>
              <a:defRPr lang="zh-CN"/>
            </a:defPPr>
            <a:lvl1pPr algn="r">
              <a:defRPr sz="2600">
                <a:solidFill>
                  <a:schemeClr val="accent2"/>
                </a:solidFill>
                <a:latin typeface="微软雅黑" panose="020B0503020204020204" pitchFamily="34" charset="-122"/>
                <a:ea typeface="微软雅黑" panose="020B0503020204020204" pitchFamily="34" charset="-122"/>
              </a:defRPr>
            </a:lvl1pPr>
          </a:lstStyle>
          <a:p>
            <a:pPr indent="0" algn="l" fontAlgn="auto">
              <a:lnSpc>
                <a:spcPct val="150000"/>
              </a:lnSpc>
            </a:pPr>
            <a:r>
              <a:rPr lang="zh-CN" altLang="en-US" sz="2000" b="1">
                <a:solidFill>
                  <a:schemeClr val="tx1"/>
                </a:solidFill>
                <a:sym typeface="+mn-ea"/>
              </a:rPr>
              <a:t>实现多模态优势互补，大幅提升检测精度与信息维度</a:t>
            </a:r>
            <a:endParaRPr lang="zh-CN" altLang="en-US" sz="2000" b="1" dirty="0">
              <a:solidFill>
                <a:schemeClr val="tx1"/>
              </a:solidFill>
              <a:latin typeface="+mn-lt"/>
              <a:ea typeface="+mn-ea"/>
              <a:cs typeface="+mn-ea"/>
              <a:sym typeface="+mn-ea"/>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00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004EA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grpSp>
      <p:sp>
        <p:nvSpPr>
          <p:cNvPr id="8" name="文本框 7"/>
          <p:cNvSpPr txBox="1"/>
          <p:nvPr/>
        </p:nvSpPr>
        <p:spPr>
          <a:xfrm>
            <a:off x="5545195" y="3503455"/>
            <a:ext cx="1089025" cy="460375"/>
          </a:xfrm>
          <a:prstGeom prst="rect">
            <a:avLst/>
          </a:prstGeom>
          <a:noFill/>
        </p:spPr>
        <p:txBody>
          <a:bodyPr wrap="none" rtlCol="0">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Part.2</a:t>
            </a:r>
          </a:p>
        </p:txBody>
      </p:sp>
      <p:sp>
        <p:nvSpPr>
          <p:cNvPr id="9" name="文本框 8"/>
          <p:cNvSpPr txBox="1"/>
          <p:nvPr/>
        </p:nvSpPr>
        <p:spPr>
          <a:xfrm>
            <a:off x="3326766" y="4862641"/>
            <a:ext cx="5537198" cy="706755"/>
          </a:xfrm>
          <a:prstGeom prst="rect">
            <a:avLst/>
          </a:prstGeom>
          <a:noFill/>
          <a:ln>
            <a:noFill/>
          </a:ln>
        </p:spPr>
        <p:txBody>
          <a:bodyPr wrap="square" rtlCol="0">
            <a:spAutoFit/>
          </a:bodyPr>
          <a:lstStyle/>
          <a:p>
            <a:pPr algn="ctr"/>
            <a:r>
              <a:rPr lang="zh-CN" altLang="en-US" sz="4000" b="1" spc="600">
                <a:solidFill>
                  <a:srgbClr val="004EA2"/>
                </a:solidFill>
                <a:latin typeface="微软雅黑" panose="020B0503020204020204" pitchFamily="34" charset="-122"/>
                <a:ea typeface="微软雅黑" panose="020B0503020204020204" pitchFamily="34" charset="-122"/>
                <a:sym typeface="+mn-ea"/>
              </a:rPr>
              <a:t>研究内容及技术方案</a:t>
            </a:r>
            <a:endParaRPr lang="zh-CN" altLang="en-US" sz="4000" b="1" spc="600" dirty="0">
              <a:solidFill>
                <a:srgbClr val="004EA2"/>
              </a:solidFill>
              <a:latin typeface="微软雅黑" panose="020B0503020204020204" pitchFamily="34" charset="-122"/>
              <a:ea typeface="微软雅黑" panose="020B0503020204020204" pitchFamily="34" charset="-122"/>
            </a:endParaRPr>
          </a:p>
        </p:txBody>
      </p:sp>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66253" y="944304"/>
            <a:ext cx="5498346" cy="1413287"/>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custDataLst>
              <p:tags r:id="rId1"/>
            </p:custDataLst>
          </p:nvPr>
        </p:nvGrpSpPr>
        <p:grpSpPr>
          <a:xfrm>
            <a:off x="4401081" y="1998829"/>
            <a:ext cx="3099132" cy="3609203"/>
            <a:chOff x="4240050" y="1789889"/>
            <a:chExt cx="3689782" cy="4297066"/>
          </a:xfrm>
          <a:solidFill>
            <a:srgbClr val="004EA2"/>
          </a:solidFill>
        </p:grpSpPr>
        <p:sp>
          <p:nvSpPr>
            <p:cNvPr id="3" name="Freeform 59"/>
            <p:cNvSpPr/>
            <p:nvPr>
              <p:custDataLst>
                <p:tags r:id="rId17"/>
              </p:custDataLst>
            </p:nvPr>
          </p:nvSpPr>
          <p:spPr bwMode="auto">
            <a:xfrm>
              <a:off x="5532949" y="4115815"/>
              <a:ext cx="102289" cy="100446"/>
            </a:xfrm>
            <a:custGeom>
              <a:avLst/>
              <a:gdLst>
                <a:gd name="T0" fmla="*/ 24 w 47"/>
                <a:gd name="T1" fmla="*/ 0 h 46"/>
                <a:gd name="T2" fmla="*/ 0 w 47"/>
                <a:gd name="T3" fmla="*/ 23 h 46"/>
                <a:gd name="T4" fmla="*/ 24 w 47"/>
                <a:gd name="T5" fmla="*/ 46 h 46"/>
                <a:gd name="T6" fmla="*/ 45 w 47"/>
                <a:gd name="T7" fmla="*/ 33 h 46"/>
                <a:gd name="T8" fmla="*/ 47 w 47"/>
                <a:gd name="T9" fmla="*/ 23 h 46"/>
                <a:gd name="T10" fmla="*/ 47 w 47"/>
                <a:gd name="T11" fmla="*/ 19 h 46"/>
                <a:gd name="T12" fmla="*/ 24 w 47"/>
                <a:gd name="T13" fmla="*/ 0 h 46"/>
              </a:gdLst>
              <a:ahLst/>
              <a:cxnLst>
                <a:cxn ang="0">
                  <a:pos x="T0" y="T1"/>
                </a:cxn>
                <a:cxn ang="0">
                  <a:pos x="T2" y="T3"/>
                </a:cxn>
                <a:cxn ang="0">
                  <a:pos x="T4" y="T5"/>
                </a:cxn>
                <a:cxn ang="0">
                  <a:pos x="T6" y="T7"/>
                </a:cxn>
                <a:cxn ang="0">
                  <a:pos x="T8" y="T9"/>
                </a:cxn>
                <a:cxn ang="0">
                  <a:pos x="T10" y="T11"/>
                </a:cxn>
                <a:cxn ang="0">
                  <a:pos x="T12" y="T13"/>
                </a:cxn>
              </a:cxnLst>
              <a:rect l="0" t="0" r="r" b="b"/>
              <a:pathLst>
                <a:path w="47" h="46">
                  <a:moveTo>
                    <a:pt x="24" y="0"/>
                  </a:moveTo>
                  <a:cubicBezTo>
                    <a:pt x="11" y="0"/>
                    <a:pt x="0" y="10"/>
                    <a:pt x="0" y="23"/>
                  </a:cubicBezTo>
                  <a:cubicBezTo>
                    <a:pt x="0" y="36"/>
                    <a:pt x="11" y="46"/>
                    <a:pt x="24" y="46"/>
                  </a:cubicBezTo>
                  <a:cubicBezTo>
                    <a:pt x="33" y="46"/>
                    <a:pt x="41" y="41"/>
                    <a:pt x="45" y="33"/>
                  </a:cubicBezTo>
                  <a:cubicBezTo>
                    <a:pt x="46" y="30"/>
                    <a:pt x="47" y="27"/>
                    <a:pt x="47" y="23"/>
                  </a:cubicBezTo>
                  <a:cubicBezTo>
                    <a:pt x="47" y="22"/>
                    <a:pt x="47" y="20"/>
                    <a:pt x="47" y="19"/>
                  </a:cubicBezTo>
                  <a:cubicBezTo>
                    <a:pt x="45" y="8"/>
                    <a:pt x="35" y="0"/>
                    <a:pt x="24" y="0"/>
                  </a:cubicBezTo>
                </a:path>
              </a:pathLst>
            </a:custGeom>
            <a:grpFill/>
            <a:ln>
              <a:noFill/>
            </a:ln>
          </p:spPr>
          <p:txBody>
            <a:bodyPr vert="horz" wrap="square" lIns="91440" tIns="45720" rIns="91440" bIns="45720" numCol="1" anchor="t" anchorCtr="0" compatLnSpc="1"/>
            <a:lstStyle/>
            <a:p>
              <a:endParaRPr lang="zh-CN" altLang="en-US"/>
            </a:p>
          </p:txBody>
        </p:sp>
        <p:sp>
          <p:nvSpPr>
            <p:cNvPr id="4" name="Freeform 204"/>
            <p:cNvSpPr/>
            <p:nvPr>
              <p:custDataLst>
                <p:tags r:id="rId18"/>
              </p:custDataLst>
            </p:nvPr>
          </p:nvSpPr>
          <p:spPr bwMode="auto">
            <a:xfrm>
              <a:off x="4396709" y="3983116"/>
              <a:ext cx="28568" cy="25803"/>
            </a:xfrm>
            <a:custGeom>
              <a:avLst/>
              <a:gdLst>
                <a:gd name="T0" fmla="*/ 31 w 31"/>
                <a:gd name="T1" fmla="*/ 0 h 28"/>
                <a:gd name="T2" fmla="*/ 0 w 31"/>
                <a:gd name="T3" fmla="*/ 0 h 28"/>
                <a:gd name="T4" fmla="*/ 0 w 31"/>
                <a:gd name="T5" fmla="*/ 7 h 28"/>
                <a:gd name="T6" fmla="*/ 0 w 31"/>
                <a:gd name="T7" fmla="*/ 24 h 28"/>
                <a:gd name="T8" fmla="*/ 0 w 31"/>
                <a:gd name="T9" fmla="*/ 28 h 28"/>
                <a:gd name="T10" fmla="*/ 21 w 31"/>
                <a:gd name="T11" fmla="*/ 28 h 28"/>
                <a:gd name="T12" fmla="*/ 31 w 31"/>
                <a:gd name="T13" fmla="*/ 28 h 28"/>
                <a:gd name="T14" fmla="*/ 31 w 31"/>
                <a:gd name="T15" fmla="*/ 0 h 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28">
                  <a:moveTo>
                    <a:pt x="31" y="0"/>
                  </a:moveTo>
                  <a:lnTo>
                    <a:pt x="0" y="0"/>
                  </a:lnTo>
                  <a:lnTo>
                    <a:pt x="0" y="7"/>
                  </a:lnTo>
                  <a:lnTo>
                    <a:pt x="0" y="24"/>
                  </a:lnTo>
                  <a:lnTo>
                    <a:pt x="0" y="28"/>
                  </a:lnTo>
                  <a:lnTo>
                    <a:pt x="21" y="28"/>
                  </a:lnTo>
                  <a:lnTo>
                    <a:pt x="31" y="28"/>
                  </a:lnTo>
                  <a:lnTo>
                    <a:pt x="31" y="0"/>
                  </a:lnTo>
                  <a:close/>
                </a:path>
              </a:pathLst>
            </a:custGeom>
            <a:grpFill/>
            <a:ln>
              <a:noFill/>
            </a:ln>
          </p:spPr>
          <p:txBody>
            <a:bodyPr vert="horz" wrap="square" lIns="91440" tIns="45720" rIns="91440" bIns="45720" numCol="1" anchor="t" anchorCtr="0" compatLnSpc="1"/>
            <a:lstStyle/>
            <a:p>
              <a:endParaRPr lang="zh-CN" altLang="en-US"/>
            </a:p>
          </p:txBody>
        </p:sp>
        <p:sp>
          <p:nvSpPr>
            <p:cNvPr id="5" name="Freeform 205"/>
            <p:cNvSpPr/>
            <p:nvPr>
              <p:custDataLst>
                <p:tags r:id="rId19"/>
              </p:custDataLst>
            </p:nvPr>
          </p:nvSpPr>
          <p:spPr bwMode="auto">
            <a:xfrm>
              <a:off x="4396709" y="3983116"/>
              <a:ext cx="28568" cy="25803"/>
            </a:xfrm>
            <a:custGeom>
              <a:avLst/>
              <a:gdLst>
                <a:gd name="T0" fmla="*/ 31 w 31"/>
                <a:gd name="T1" fmla="*/ 0 h 28"/>
                <a:gd name="T2" fmla="*/ 0 w 31"/>
                <a:gd name="T3" fmla="*/ 0 h 28"/>
                <a:gd name="T4" fmla="*/ 0 w 31"/>
                <a:gd name="T5" fmla="*/ 7 h 28"/>
                <a:gd name="T6" fmla="*/ 0 w 31"/>
                <a:gd name="T7" fmla="*/ 24 h 28"/>
                <a:gd name="T8" fmla="*/ 0 w 31"/>
                <a:gd name="T9" fmla="*/ 28 h 28"/>
                <a:gd name="T10" fmla="*/ 21 w 31"/>
                <a:gd name="T11" fmla="*/ 28 h 28"/>
                <a:gd name="T12" fmla="*/ 31 w 31"/>
                <a:gd name="T13" fmla="*/ 28 h 28"/>
                <a:gd name="T14" fmla="*/ 31 w 31"/>
                <a:gd name="T15" fmla="*/ 0 h 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28">
                  <a:moveTo>
                    <a:pt x="31" y="0"/>
                  </a:moveTo>
                  <a:lnTo>
                    <a:pt x="0" y="0"/>
                  </a:lnTo>
                  <a:lnTo>
                    <a:pt x="0" y="7"/>
                  </a:lnTo>
                  <a:lnTo>
                    <a:pt x="0" y="24"/>
                  </a:lnTo>
                  <a:lnTo>
                    <a:pt x="0" y="28"/>
                  </a:lnTo>
                  <a:lnTo>
                    <a:pt x="21" y="28"/>
                  </a:lnTo>
                  <a:lnTo>
                    <a:pt x="31" y="28"/>
                  </a:lnTo>
                  <a:lnTo>
                    <a:pt x="31" y="0"/>
                  </a:lnTo>
                </a:path>
              </a:pathLst>
            </a:custGeom>
            <a:grpFill/>
            <a:ln>
              <a:noFill/>
            </a:ln>
          </p:spPr>
          <p:txBody>
            <a:bodyPr vert="horz" wrap="square" lIns="91440" tIns="45720" rIns="91440" bIns="45720" numCol="1" anchor="t" anchorCtr="0" compatLnSpc="1"/>
            <a:lstStyle/>
            <a:p>
              <a:endParaRPr lang="zh-CN" altLang="en-US"/>
            </a:p>
          </p:txBody>
        </p:sp>
        <p:sp>
          <p:nvSpPr>
            <p:cNvPr id="6" name="Freeform 206"/>
            <p:cNvSpPr/>
            <p:nvPr>
              <p:custDataLst>
                <p:tags r:id="rId20"/>
              </p:custDataLst>
            </p:nvPr>
          </p:nvSpPr>
          <p:spPr bwMode="auto">
            <a:xfrm>
              <a:off x="7786075" y="3987724"/>
              <a:ext cx="28568" cy="17509"/>
            </a:xfrm>
            <a:custGeom>
              <a:avLst/>
              <a:gdLst>
                <a:gd name="T0" fmla="*/ 31 w 31"/>
                <a:gd name="T1" fmla="*/ 0 h 19"/>
                <a:gd name="T2" fmla="*/ 0 w 31"/>
                <a:gd name="T3" fmla="*/ 0 h 19"/>
                <a:gd name="T4" fmla="*/ 0 w 31"/>
                <a:gd name="T5" fmla="*/ 19 h 19"/>
                <a:gd name="T6" fmla="*/ 14 w 31"/>
                <a:gd name="T7" fmla="*/ 19 h 19"/>
                <a:gd name="T8" fmla="*/ 31 w 31"/>
                <a:gd name="T9" fmla="*/ 19 h 19"/>
                <a:gd name="T10" fmla="*/ 31 w 31"/>
                <a:gd name="T11" fmla="*/ 2 h 19"/>
                <a:gd name="T12" fmla="*/ 31 w 31"/>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31" h="19">
                  <a:moveTo>
                    <a:pt x="31" y="0"/>
                  </a:moveTo>
                  <a:lnTo>
                    <a:pt x="0" y="0"/>
                  </a:lnTo>
                  <a:lnTo>
                    <a:pt x="0" y="19"/>
                  </a:lnTo>
                  <a:lnTo>
                    <a:pt x="14" y="19"/>
                  </a:lnTo>
                  <a:lnTo>
                    <a:pt x="31" y="19"/>
                  </a:lnTo>
                  <a:lnTo>
                    <a:pt x="31" y="2"/>
                  </a:lnTo>
                  <a:lnTo>
                    <a:pt x="31" y="0"/>
                  </a:lnTo>
                  <a:close/>
                </a:path>
              </a:pathLst>
            </a:custGeom>
            <a:grpFill/>
            <a:ln>
              <a:noFill/>
            </a:ln>
          </p:spPr>
          <p:txBody>
            <a:bodyPr vert="horz" wrap="square" lIns="91440" tIns="45720" rIns="91440" bIns="45720" numCol="1" anchor="t" anchorCtr="0" compatLnSpc="1"/>
            <a:lstStyle/>
            <a:p>
              <a:endParaRPr lang="zh-CN" altLang="en-US"/>
            </a:p>
          </p:txBody>
        </p:sp>
        <p:sp>
          <p:nvSpPr>
            <p:cNvPr id="7" name="Freeform 207"/>
            <p:cNvSpPr/>
            <p:nvPr>
              <p:custDataLst>
                <p:tags r:id="rId21"/>
              </p:custDataLst>
            </p:nvPr>
          </p:nvSpPr>
          <p:spPr bwMode="auto">
            <a:xfrm>
              <a:off x="7786075" y="3987724"/>
              <a:ext cx="28568" cy="17509"/>
            </a:xfrm>
            <a:custGeom>
              <a:avLst/>
              <a:gdLst>
                <a:gd name="T0" fmla="*/ 31 w 31"/>
                <a:gd name="T1" fmla="*/ 0 h 19"/>
                <a:gd name="T2" fmla="*/ 0 w 31"/>
                <a:gd name="T3" fmla="*/ 0 h 19"/>
                <a:gd name="T4" fmla="*/ 0 w 31"/>
                <a:gd name="T5" fmla="*/ 19 h 19"/>
                <a:gd name="T6" fmla="*/ 14 w 31"/>
                <a:gd name="T7" fmla="*/ 19 h 19"/>
                <a:gd name="T8" fmla="*/ 31 w 31"/>
                <a:gd name="T9" fmla="*/ 19 h 19"/>
                <a:gd name="T10" fmla="*/ 31 w 31"/>
                <a:gd name="T11" fmla="*/ 2 h 19"/>
                <a:gd name="T12" fmla="*/ 31 w 31"/>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31" h="19">
                  <a:moveTo>
                    <a:pt x="31" y="0"/>
                  </a:moveTo>
                  <a:lnTo>
                    <a:pt x="0" y="0"/>
                  </a:lnTo>
                  <a:lnTo>
                    <a:pt x="0" y="19"/>
                  </a:lnTo>
                  <a:lnTo>
                    <a:pt x="14" y="19"/>
                  </a:lnTo>
                  <a:lnTo>
                    <a:pt x="31" y="19"/>
                  </a:lnTo>
                  <a:lnTo>
                    <a:pt x="31" y="2"/>
                  </a:lnTo>
                  <a:lnTo>
                    <a:pt x="31" y="0"/>
                  </a:lnTo>
                </a:path>
              </a:pathLst>
            </a:custGeom>
            <a:grpFill/>
            <a:ln>
              <a:noFill/>
            </a:ln>
          </p:spPr>
          <p:txBody>
            <a:bodyPr vert="horz" wrap="square" lIns="91440" tIns="45720" rIns="91440" bIns="45720" numCol="1" anchor="t" anchorCtr="0" compatLnSpc="1"/>
            <a:lstStyle/>
            <a:p>
              <a:endParaRPr lang="zh-CN" altLang="en-US"/>
            </a:p>
          </p:txBody>
        </p:sp>
        <p:sp>
          <p:nvSpPr>
            <p:cNvPr id="8" name="Freeform 208"/>
            <p:cNvSpPr/>
            <p:nvPr>
              <p:custDataLst>
                <p:tags r:id="rId22"/>
              </p:custDataLst>
            </p:nvPr>
          </p:nvSpPr>
          <p:spPr bwMode="auto">
            <a:xfrm>
              <a:off x="6846120" y="2683767"/>
              <a:ext cx="879134" cy="590697"/>
            </a:xfrm>
            <a:custGeom>
              <a:avLst/>
              <a:gdLst>
                <a:gd name="T0" fmla="*/ 0 w 403"/>
                <a:gd name="T1" fmla="*/ 14 h 271"/>
                <a:gd name="T2" fmla="*/ 165 w 403"/>
                <a:gd name="T3" fmla="*/ 14 h 271"/>
                <a:gd name="T4" fmla="*/ 324 w 403"/>
                <a:gd name="T5" fmla="*/ 80 h 271"/>
                <a:gd name="T6" fmla="*/ 390 w 403"/>
                <a:gd name="T7" fmla="*/ 239 h 271"/>
                <a:gd name="T8" fmla="*/ 390 w 403"/>
                <a:gd name="T9" fmla="*/ 271 h 271"/>
                <a:gd name="T10" fmla="*/ 403 w 403"/>
                <a:gd name="T11" fmla="*/ 271 h 271"/>
                <a:gd name="T12" fmla="*/ 403 w 403"/>
                <a:gd name="T13" fmla="*/ 239 h 271"/>
                <a:gd name="T14" fmla="*/ 165 w 403"/>
                <a:gd name="T15" fmla="*/ 0 h 271"/>
                <a:gd name="T16" fmla="*/ 0 w 403"/>
                <a:gd name="T17" fmla="*/ 0 h 271"/>
                <a:gd name="T18" fmla="*/ 0 w 403"/>
                <a:gd name="T19" fmla="*/ 14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3" h="271">
                  <a:moveTo>
                    <a:pt x="0" y="14"/>
                  </a:moveTo>
                  <a:cubicBezTo>
                    <a:pt x="165" y="14"/>
                    <a:pt x="165" y="14"/>
                    <a:pt x="165" y="14"/>
                  </a:cubicBezTo>
                  <a:cubicBezTo>
                    <a:pt x="227" y="14"/>
                    <a:pt x="283" y="39"/>
                    <a:pt x="324" y="80"/>
                  </a:cubicBezTo>
                  <a:cubicBezTo>
                    <a:pt x="364" y="121"/>
                    <a:pt x="390" y="177"/>
                    <a:pt x="390" y="239"/>
                  </a:cubicBezTo>
                  <a:cubicBezTo>
                    <a:pt x="390" y="271"/>
                    <a:pt x="390" y="271"/>
                    <a:pt x="390" y="271"/>
                  </a:cubicBezTo>
                  <a:cubicBezTo>
                    <a:pt x="403" y="271"/>
                    <a:pt x="403" y="271"/>
                    <a:pt x="403" y="271"/>
                  </a:cubicBezTo>
                  <a:cubicBezTo>
                    <a:pt x="403" y="239"/>
                    <a:pt x="403" y="239"/>
                    <a:pt x="403" y="239"/>
                  </a:cubicBezTo>
                  <a:cubicBezTo>
                    <a:pt x="403" y="107"/>
                    <a:pt x="296" y="0"/>
                    <a:pt x="165" y="0"/>
                  </a:cubicBezTo>
                  <a:cubicBezTo>
                    <a:pt x="0" y="0"/>
                    <a:pt x="0" y="0"/>
                    <a:pt x="0" y="0"/>
                  </a:cubicBezTo>
                  <a:lnTo>
                    <a:pt x="0" y="14"/>
                  </a:lnTo>
                  <a:close/>
                </a:path>
              </a:pathLst>
            </a:custGeom>
            <a:grpFill/>
            <a:ln>
              <a:noFill/>
            </a:ln>
          </p:spPr>
          <p:txBody>
            <a:bodyPr vert="horz" wrap="square" lIns="91440" tIns="45720" rIns="91440" bIns="45720" numCol="1" anchor="t" anchorCtr="0" compatLnSpc="1"/>
            <a:lstStyle/>
            <a:p>
              <a:endParaRPr lang="zh-CN" altLang="en-US"/>
            </a:p>
          </p:txBody>
        </p:sp>
        <p:sp>
          <p:nvSpPr>
            <p:cNvPr id="9" name="Freeform 209"/>
            <p:cNvSpPr/>
            <p:nvPr>
              <p:custDataLst>
                <p:tags r:id="rId23"/>
              </p:custDataLst>
            </p:nvPr>
          </p:nvSpPr>
          <p:spPr bwMode="auto">
            <a:xfrm>
              <a:off x="6730930" y="4562755"/>
              <a:ext cx="732612" cy="470899"/>
            </a:xfrm>
            <a:custGeom>
              <a:avLst/>
              <a:gdLst>
                <a:gd name="T0" fmla="*/ 0 w 336"/>
                <a:gd name="T1" fmla="*/ 216 h 216"/>
                <a:gd name="T2" fmla="*/ 228 w 336"/>
                <a:gd name="T3" fmla="*/ 216 h 216"/>
                <a:gd name="T4" fmla="*/ 336 w 336"/>
                <a:gd name="T5" fmla="*/ 108 h 216"/>
                <a:gd name="T6" fmla="*/ 228 w 336"/>
                <a:gd name="T7" fmla="*/ 0 h 216"/>
                <a:gd name="T8" fmla="*/ 205 w 336"/>
                <a:gd name="T9" fmla="*/ 0 h 216"/>
                <a:gd name="T10" fmla="*/ 205 w 336"/>
                <a:gd name="T11" fmla="*/ 13 h 216"/>
                <a:gd name="T12" fmla="*/ 228 w 336"/>
                <a:gd name="T13" fmla="*/ 13 h 216"/>
                <a:gd name="T14" fmla="*/ 295 w 336"/>
                <a:gd name="T15" fmla="*/ 41 h 216"/>
                <a:gd name="T16" fmla="*/ 322 w 336"/>
                <a:gd name="T17" fmla="*/ 108 h 216"/>
                <a:gd name="T18" fmla="*/ 295 w 336"/>
                <a:gd name="T19" fmla="*/ 174 h 216"/>
                <a:gd name="T20" fmla="*/ 228 w 336"/>
                <a:gd name="T21" fmla="*/ 202 h 216"/>
                <a:gd name="T22" fmla="*/ 0 w 336"/>
                <a:gd name="T23" fmla="*/ 202 h 216"/>
                <a:gd name="T24" fmla="*/ 0 w 336"/>
                <a:gd name="T25" fmla="*/ 216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6" h="216">
                  <a:moveTo>
                    <a:pt x="0" y="216"/>
                  </a:moveTo>
                  <a:cubicBezTo>
                    <a:pt x="228" y="216"/>
                    <a:pt x="228" y="216"/>
                    <a:pt x="228" y="216"/>
                  </a:cubicBezTo>
                  <a:cubicBezTo>
                    <a:pt x="288" y="216"/>
                    <a:pt x="336" y="167"/>
                    <a:pt x="336" y="108"/>
                  </a:cubicBezTo>
                  <a:cubicBezTo>
                    <a:pt x="336" y="48"/>
                    <a:pt x="288" y="0"/>
                    <a:pt x="228" y="0"/>
                  </a:cubicBezTo>
                  <a:cubicBezTo>
                    <a:pt x="205" y="0"/>
                    <a:pt x="205" y="0"/>
                    <a:pt x="205" y="0"/>
                  </a:cubicBezTo>
                  <a:cubicBezTo>
                    <a:pt x="205" y="13"/>
                    <a:pt x="205" y="13"/>
                    <a:pt x="205" y="13"/>
                  </a:cubicBezTo>
                  <a:cubicBezTo>
                    <a:pt x="228" y="13"/>
                    <a:pt x="228" y="13"/>
                    <a:pt x="228" y="13"/>
                  </a:cubicBezTo>
                  <a:cubicBezTo>
                    <a:pt x="254" y="13"/>
                    <a:pt x="278" y="24"/>
                    <a:pt x="295" y="41"/>
                  </a:cubicBezTo>
                  <a:cubicBezTo>
                    <a:pt x="312" y="58"/>
                    <a:pt x="322" y="82"/>
                    <a:pt x="322" y="108"/>
                  </a:cubicBezTo>
                  <a:cubicBezTo>
                    <a:pt x="322" y="134"/>
                    <a:pt x="312" y="157"/>
                    <a:pt x="295" y="174"/>
                  </a:cubicBezTo>
                  <a:cubicBezTo>
                    <a:pt x="278" y="192"/>
                    <a:pt x="254" y="202"/>
                    <a:pt x="228" y="202"/>
                  </a:cubicBezTo>
                  <a:cubicBezTo>
                    <a:pt x="0" y="202"/>
                    <a:pt x="0" y="202"/>
                    <a:pt x="0" y="202"/>
                  </a:cubicBezTo>
                  <a:lnTo>
                    <a:pt x="0" y="216"/>
                  </a:lnTo>
                  <a:close/>
                </a:path>
              </a:pathLst>
            </a:custGeom>
            <a:grpFill/>
            <a:ln>
              <a:noFill/>
            </a:ln>
          </p:spPr>
          <p:txBody>
            <a:bodyPr vert="horz" wrap="square" lIns="91440" tIns="45720" rIns="91440" bIns="45720" numCol="1" anchor="t" anchorCtr="0" compatLnSpc="1"/>
            <a:lstStyle/>
            <a:p>
              <a:endParaRPr lang="zh-CN" altLang="en-US"/>
            </a:p>
          </p:txBody>
        </p:sp>
        <p:sp>
          <p:nvSpPr>
            <p:cNvPr id="10" name="Freeform 210"/>
            <p:cNvSpPr/>
            <p:nvPr>
              <p:custDataLst>
                <p:tags r:id="rId24"/>
              </p:custDataLst>
            </p:nvPr>
          </p:nvSpPr>
          <p:spPr bwMode="auto">
            <a:xfrm>
              <a:off x="4446471" y="2683767"/>
              <a:ext cx="879134" cy="590697"/>
            </a:xfrm>
            <a:custGeom>
              <a:avLst/>
              <a:gdLst>
                <a:gd name="T0" fmla="*/ 403 w 403"/>
                <a:gd name="T1" fmla="*/ 0 h 271"/>
                <a:gd name="T2" fmla="*/ 238 w 403"/>
                <a:gd name="T3" fmla="*/ 0 h 271"/>
                <a:gd name="T4" fmla="*/ 0 w 403"/>
                <a:gd name="T5" fmla="*/ 239 h 271"/>
                <a:gd name="T6" fmla="*/ 0 w 403"/>
                <a:gd name="T7" fmla="*/ 271 h 271"/>
                <a:gd name="T8" fmla="*/ 13 w 403"/>
                <a:gd name="T9" fmla="*/ 271 h 271"/>
                <a:gd name="T10" fmla="*/ 13 w 403"/>
                <a:gd name="T11" fmla="*/ 239 h 271"/>
                <a:gd name="T12" fmla="*/ 79 w 403"/>
                <a:gd name="T13" fmla="*/ 80 h 271"/>
                <a:gd name="T14" fmla="*/ 238 w 403"/>
                <a:gd name="T15" fmla="*/ 14 h 271"/>
                <a:gd name="T16" fmla="*/ 403 w 403"/>
                <a:gd name="T17" fmla="*/ 14 h 271"/>
                <a:gd name="T18" fmla="*/ 403 w 403"/>
                <a:gd name="T19"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3" h="271">
                  <a:moveTo>
                    <a:pt x="403" y="0"/>
                  </a:moveTo>
                  <a:cubicBezTo>
                    <a:pt x="238" y="0"/>
                    <a:pt x="238" y="0"/>
                    <a:pt x="238" y="0"/>
                  </a:cubicBezTo>
                  <a:cubicBezTo>
                    <a:pt x="106" y="0"/>
                    <a:pt x="0" y="107"/>
                    <a:pt x="0" y="239"/>
                  </a:cubicBezTo>
                  <a:cubicBezTo>
                    <a:pt x="0" y="271"/>
                    <a:pt x="0" y="271"/>
                    <a:pt x="0" y="271"/>
                  </a:cubicBezTo>
                  <a:cubicBezTo>
                    <a:pt x="13" y="271"/>
                    <a:pt x="13" y="271"/>
                    <a:pt x="13" y="271"/>
                  </a:cubicBezTo>
                  <a:cubicBezTo>
                    <a:pt x="13" y="239"/>
                    <a:pt x="13" y="239"/>
                    <a:pt x="13" y="239"/>
                  </a:cubicBezTo>
                  <a:cubicBezTo>
                    <a:pt x="13" y="177"/>
                    <a:pt x="38" y="121"/>
                    <a:pt x="79" y="80"/>
                  </a:cubicBezTo>
                  <a:cubicBezTo>
                    <a:pt x="120" y="39"/>
                    <a:pt x="176" y="14"/>
                    <a:pt x="238" y="14"/>
                  </a:cubicBezTo>
                  <a:cubicBezTo>
                    <a:pt x="403" y="14"/>
                    <a:pt x="403" y="14"/>
                    <a:pt x="403" y="14"/>
                  </a:cubicBezTo>
                  <a:lnTo>
                    <a:pt x="403" y="0"/>
                  </a:lnTo>
                  <a:close/>
                </a:path>
              </a:pathLst>
            </a:custGeom>
            <a:grpFill/>
            <a:ln>
              <a:noFill/>
            </a:ln>
          </p:spPr>
          <p:txBody>
            <a:bodyPr vert="horz" wrap="square" lIns="91440" tIns="45720" rIns="91440" bIns="45720" numCol="1" anchor="t" anchorCtr="0" compatLnSpc="1"/>
            <a:lstStyle/>
            <a:p>
              <a:endParaRPr lang="zh-CN" altLang="en-US"/>
            </a:p>
          </p:txBody>
        </p:sp>
        <p:sp>
          <p:nvSpPr>
            <p:cNvPr id="11" name="Freeform 211"/>
            <p:cNvSpPr/>
            <p:nvPr>
              <p:custDataLst>
                <p:tags r:id="rId25"/>
              </p:custDataLst>
            </p:nvPr>
          </p:nvSpPr>
          <p:spPr bwMode="auto">
            <a:xfrm>
              <a:off x="4677774" y="2271846"/>
              <a:ext cx="1132554" cy="939033"/>
            </a:xfrm>
            <a:custGeom>
              <a:avLst/>
              <a:gdLst>
                <a:gd name="T0" fmla="*/ 367 w 519"/>
                <a:gd name="T1" fmla="*/ 431 h 431"/>
                <a:gd name="T2" fmla="*/ 435 w 519"/>
                <a:gd name="T3" fmla="*/ 422 h 431"/>
                <a:gd name="T4" fmla="*/ 499 w 519"/>
                <a:gd name="T5" fmla="*/ 380 h 431"/>
                <a:gd name="T6" fmla="*/ 519 w 519"/>
                <a:gd name="T7" fmla="*/ 310 h 431"/>
                <a:gd name="T8" fmla="*/ 509 w 519"/>
                <a:gd name="T9" fmla="*/ 262 h 431"/>
                <a:gd name="T10" fmla="*/ 460 w 519"/>
                <a:gd name="T11" fmla="*/ 209 h 431"/>
                <a:gd name="T12" fmla="*/ 367 w 519"/>
                <a:gd name="T13" fmla="*/ 189 h 431"/>
                <a:gd name="T14" fmla="*/ 103 w 519"/>
                <a:gd name="T15" fmla="*/ 189 h 431"/>
                <a:gd name="T16" fmla="*/ 62 w 519"/>
                <a:gd name="T17" fmla="*/ 180 h 431"/>
                <a:gd name="T18" fmla="*/ 25 w 519"/>
                <a:gd name="T19" fmla="*/ 144 h 431"/>
                <a:gd name="T20" fmla="*/ 14 w 519"/>
                <a:gd name="T21" fmla="*/ 101 h 431"/>
                <a:gd name="T22" fmla="*/ 20 w 519"/>
                <a:gd name="T23" fmla="*/ 73 h 431"/>
                <a:gd name="T24" fmla="*/ 51 w 519"/>
                <a:gd name="T25" fmla="*/ 32 h 431"/>
                <a:gd name="T26" fmla="*/ 112 w 519"/>
                <a:gd name="T27" fmla="*/ 13 h 431"/>
                <a:gd name="T28" fmla="*/ 386 w 519"/>
                <a:gd name="T29" fmla="*/ 13 h 431"/>
                <a:gd name="T30" fmla="*/ 386 w 519"/>
                <a:gd name="T31" fmla="*/ 0 h 431"/>
                <a:gd name="T32" fmla="*/ 112 w 519"/>
                <a:gd name="T33" fmla="*/ 0 h 431"/>
                <a:gd name="T34" fmla="*/ 62 w 519"/>
                <a:gd name="T35" fmla="*/ 10 h 431"/>
                <a:gd name="T36" fmla="*/ 15 w 519"/>
                <a:gd name="T37" fmla="*/ 51 h 431"/>
                <a:gd name="T38" fmla="*/ 0 w 519"/>
                <a:gd name="T39" fmla="*/ 101 h 431"/>
                <a:gd name="T40" fmla="*/ 6 w 519"/>
                <a:gd name="T41" fmla="*/ 133 h 431"/>
                <a:gd name="T42" fmla="*/ 38 w 519"/>
                <a:gd name="T43" fmla="*/ 181 h 431"/>
                <a:gd name="T44" fmla="*/ 103 w 519"/>
                <a:gd name="T45" fmla="*/ 203 h 431"/>
                <a:gd name="T46" fmla="*/ 367 w 519"/>
                <a:gd name="T47" fmla="*/ 203 h 431"/>
                <a:gd name="T48" fmla="*/ 430 w 519"/>
                <a:gd name="T49" fmla="*/ 211 h 431"/>
                <a:gd name="T50" fmla="*/ 487 w 519"/>
                <a:gd name="T51" fmla="*/ 249 h 431"/>
                <a:gd name="T52" fmla="*/ 505 w 519"/>
                <a:gd name="T53" fmla="*/ 310 h 431"/>
                <a:gd name="T54" fmla="*/ 497 w 519"/>
                <a:gd name="T55" fmla="*/ 354 h 431"/>
                <a:gd name="T56" fmla="*/ 455 w 519"/>
                <a:gd name="T57" fmla="*/ 400 h 431"/>
                <a:gd name="T58" fmla="*/ 367 w 519"/>
                <a:gd name="T59" fmla="*/ 417 h 431"/>
                <a:gd name="T60" fmla="*/ 367 w 519"/>
                <a:gd name="T61" fmla="*/ 431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19" h="431">
                  <a:moveTo>
                    <a:pt x="367" y="431"/>
                  </a:moveTo>
                  <a:cubicBezTo>
                    <a:pt x="393" y="431"/>
                    <a:pt x="416" y="428"/>
                    <a:pt x="435" y="422"/>
                  </a:cubicBezTo>
                  <a:cubicBezTo>
                    <a:pt x="464" y="414"/>
                    <a:pt x="485" y="399"/>
                    <a:pt x="499" y="380"/>
                  </a:cubicBezTo>
                  <a:cubicBezTo>
                    <a:pt x="512" y="361"/>
                    <a:pt x="519" y="337"/>
                    <a:pt x="519" y="310"/>
                  </a:cubicBezTo>
                  <a:cubicBezTo>
                    <a:pt x="519" y="293"/>
                    <a:pt x="516" y="276"/>
                    <a:pt x="509" y="262"/>
                  </a:cubicBezTo>
                  <a:cubicBezTo>
                    <a:pt x="500" y="239"/>
                    <a:pt x="484" y="221"/>
                    <a:pt x="460" y="209"/>
                  </a:cubicBezTo>
                  <a:cubicBezTo>
                    <a:pt x="436" y="196"/>
                    <a:pt x="406" y="189"/>
                    <a:pt x="367" y="189"/>
                  </a:cubicBezTo>
                  <a:cubicBezTo>
                    <a:pt x="267" y="189"/>
                    <a:pt x="172" y="189"/>
                    <a:pt x="103" y="189"/>
                  </a:cubicBezTo>
                  <a:cubicBezTo>
                    <a:pt x="86" y="189"/>
                    <a:pt x="73" y="186"/>
                    <a:pt x="62" y="180"/>
                  </a:cubicBezTo>
                  <a:cubicBezTo>
                    <a:pt x="45" y="172"/>
                    <a:pt x="33" y="159"/>
                    <a:pt x="25" y="144"/>
                  </a:cubicBezTo>
                  <a:cubicBezTo>
                    <a:pt x="17" y="129"/>
                    <a:pt x="14" y="113"/>
                    <a:pt x="14" y="101"/>
                  </a:cubicBezTo>
                  <a:cubicBezTo>
                    <a:pt x="14" y="93"/>
                    <a:pt x="16" y="83"/>
                    <a:pt x="20" y="73"/>
                  </a:cubicBezTo>
                  <a:cubicBezTo>
                    <a:pt x="25" y="58"/>
                    <a:pt x="36" y="43"/>
                    <a:pt x="51" y="32"/>
                  </a:cubicBezTo>
                  <a:cubicBezTo>
                    <a:pt x="66" y="21"/>
                    <a:pt x="86" y="13"/>
                    <a:pt x="112" y="13"/>
                  </a:cubicBezTo>
                  <a:cubicBezTo>
                    <a:pt x="184" y="13"/>
                    <a:pt x="292" y="13"/>
                    <a:pt x="386" y="13"/>
                  </a:cubicBezTo>
                  <a:cubicBezTo>
                    <a:pt x="386" y="0"/>
                    <a:pt x="386" y="0"/>
                    <a:pt x="386" y="0"/>
                  </a:cubicBezTo>
                  <a:cubicBezTo>
                    <a:pt x="292" y="0"/>
                    <a:pt x="184" y="0"/>
                    <a:pt x="112" y="0"/>
                  </a:cubicBezTo>
                  <a:cubicBezTo>
                    <a:pt x="93" y="0"/>
                    <a:pt x="76" y="4"/>
                    <a:pt x="62" y="10"/>
                  </a:cubicBezTo>
                  <a:cubicBezTo>
                    <a:pt x="41" y="20"/>
                    <a:pt x="26" y="35"/>
                    <a:pt x="15" y="51"/>
                  </a:cubicBezTo>
                  <a:cubicBezTo>
                    <a:pt x="5" y="68"/>
                    <a:pt x="0" y="86"/>
                    <a:pt x="0" y="101"/>
                  </a:cubicBezTo>
                  <a:cubicBezTo>
                    <a:pt x="0" y="111"/>
                    <a:pt x="2" y="122"/>
                    <a:pt x="6" y="133"/>
                  </a:cubicBezTo>
                  <a:cubicBezTo>
                    <a:pt x="12" y="150"/>
                    <a:pt x="22" y="168"/>
                    <a:pt x="38" y="181"/>
                  </a:cubicBezTo>
                  <a:cubicBezTo>
                    <a:pt x="54" y="194"/>
                    <a:pt x="75" y="203"/>
                    <a:pt x="103" y="203"/>
                  </a:cubicBezTo>
                  <a:cubicBezTo>
                    <a:pt x="172" y="203"/>
                    <a:pt x="267" y="203"/>
                    <a:pt x="367" y="203"/>
                  </a:cubicBezTo>
                  <a:cubicBezTo>
                    <a:pt x="392" y="203"/>
                    <a:pt x="413" y="206"/>
                    <a:pt x="430" y="211"/>
                  </a:cubicBezTo>
                  <a:cubicBezTo>
                    <a:pt x="456" y="219"/>
                    <a:pt x="475" y="232"/>
                    <a:pt x="487" y="249"/>
                  </a:cubicBezTo>
                  <a:cubicBezTo>
                    <a:pt x="499" y="265"/>
                    <a:pt x="505" y="286"/>
                    <a:pt x="505" y="310"/>
                  </a:cubicBezTo>
                  <a:cubicBezTo>
                    <a:pt x="505" y="327"/>
                    <a:pt x="503" y="341"/>
                    <a:pt x="497" y="354"/>
                  </a:cubicBezTo>
                  <a:cubicBezTo>
                    <a:pt x="490" y="374"/>
                    <a:pt x="476" y="389"/>
                    <a:pt x="455" y="400"/>
                  </a:cubicBezTo>
                  <a:cubicBezTo>
                    <a:pt x="434" y="411"/>
                    <a:pt x="405" y="417"/>
                    <a:pt x="367" y="417"/>
                  </a:cubicBezTo>
                  <a:lnTo>
                    <a:pt x="367" y="431"/>
                  </a:lnTo>
                  <a:close/>
                </a:path>
              </a:pathLst>
            </a:custGeom>
            <a:grpFill/>
            <a:ln>
              <a:noFill/>
            </a:ln>
          </p:spPr>
          <p:txBody>
            <a:bodyPr vert="horz" wrap="square" lIns="91440" tIns="45720" rIns="91440" bIns="45720" numCol="1" anchor="t" anchorCtr="0" compatLnSpc="1"/>
            <a:lstStyle/>
            <a:p>
              <a:endParaRPr lang="zh-CN" altLang="en-US"/>
            </a:p>
          </p:txBody>
        </p:sp>
        <p:sp>
          <p:nvSpPr>
            <p:cNvPr id="12" name="Freeform 212"/>
            <p:cNvSpPr/>
            <p:nvPr>
              <p:custDataLst>
                <p:tags r:id="rId26"/>
              </p:custDataLst>
            </p:nvPr>
          </p:nvSpPr>
          <p:spPr bwMode="auto">
            <a:xfrm>
              <a:off x="4915528" y="3156509"/>
              <a:ext cx="647832" cy="469056"/>
            </a:xfrm>
            <a:custGeom>
              <a:avLst/>
              <a:gdLst>
                <a:gd name="T0" fmla="*/ 108 w 297"/>
                <a:gd name="T1" fmla="*/ 0 h 215"/>
                <a:gd name="T2" fmla="*/ 0 w 297"/>
                <a:gd name="T3" fmla="*/ 107 h 215"/>
                <a:gd name="T4" fmla="*/ 108 w 297"/>
                <a:gd name="T5" fmla="*/ 215 h 215"/>
                <a:gd name="T6" fmla="*/ 297 w 297"/>
                <a:gd name="T7" fmla="*/ 215 h 215"/>
                <a:gd name="T8" fmla="*/ 297 w 297"/>
                <a:gd name="T9" fmla="*/ 202 h 215"/>
                <a:gd name="T10" fmla="*/ 108 w 297"/>
                <a:gd name="T11" fmla="*/ 202 h 215"/>
                <a:gd name="T12" fmla="*/ 41 w 297"/>
                <a:gd name="T13" fmla="*/ 174 h 215"/>
                <a:gd name="T14" fmla="*/ 13 w 297"/>
                <a:gd name="T15" fmla="*/ 107 h 215"/>
                <a:gd name="T16" fmla="*/ 41 w 297"/>
                <a:gd name="T17" fmla="*/ 41 h 215"/>
                <a:gd name="T18" fmla="*/ 108 w 297"/>
                <a:gd name="T19" fmla="*/ 13 h 215"/>
                <a:gd name="T20" fmla="*/ 108 w 297"/>
                <a:gd name="T21"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7" h="215">
                  <a:moveTo>
                    <a:pt x="108" y="0"/>
                  </a:moveTo>
                  <a:cubicBezTo>
                    <a:pt x="48" y="0"/>
                    <a:pt x="0" y="48"/>
                    <a:pt x="0" y="107"/>
                  </a:cubicBezTo>
                  <a:cubicBezTo>
                    <a:pt x="0" y="167"/>
                    <a:pt x="48" y="215"/>
                    <a:pt x="108" y="215"/>
                  </a:cubicBezTo>
                  <a:cubicBezTo>
                    <a:pt x="297" y="215"/>
                    <a:pt x="297" y="215"/>
                    <a:pt x="297" y="215"/>
                  </a:cubicBezTo>
                  <a:cubicBezTo>
                    <a:pt x="297" y="202"/>
                    <a:pt x="297" y="202"/>
                    <a:pt x="297" y="202"/>
                  </a:cubicBezTo>
                  <a:cubicBezTo>
                    <a:pt x="108" y="202"/>
                    <a:pt x="108" y="202"/>
                    <a:pt x="108" y="202"/>
                  </a:cubicBezTo>
                  <a:cubicBezTo>
                    <a:pt x="81" y="202"/>
                    <a:pt x="58" y="191"/>
                    <a:pt x="41" y="174"/>
                  </a:cubicBezTo>
                  <a:cubicBezTo>
                    <a:pt x="24" y="157"/>
                    <a:pt x="13" y="134"/>
                    <a:pt x="13" y="107"/>
                  </a:cubicBezTo>
                  <a:cubicBezTo>
                    <a:pt x="13" y="81"/>
                    <a:pt x="24" y="58"/>
                    <a:pt x="41" y="41"/>
                  </a:cubicBezTo>
                  <a:cubicBezTo>
                    <a:pt x="58" y="24"/>
                    <a:pt x="81" y="13"/>
                    <a:pt x="108" y="13"/>
                  </a:cubicBezTo>
                  <a:lnTo>
                    <a:pt x="108" y="0"/>
                  </a:lnTo>
                  <a:close/>
                </a:path>
              </a:pathLst>
            </a:custGeom>
            <a:grpFill/>
            <a:ln>
              <a:noFill/>
            </a:ln>
          </p:spPr>
          <p:txBody>
            <a:bodyPr vert="horz" wrap="square" lIns="91440" tIns="45720" rIns="91440" bIns="45720" numCol="1" anchor="t" anchorCtr="0" compatLnSpc="1"/>
            <a:lstStyle/>
            <a:p>
              <a:endParaRPr lang="zh-CN" altLang="en-US"/>
            </a:p>
          </p:txBody>
        </p:sp>
        <p:sp>
          <p:nvSpPr>
            <p:cNvPr id="13" name="Freeform 213"/>
            <p:cNvSpPr/>
            <p:nvPr>
              <p:custDataLst>
                <p:tags r:id="rId27"/>
              </p:custDataLst>
            </p:nvPr>
          </p:nvSpPr>
          <p:spPr bwMode="auto">
            <a:xfrm>
              <a:off x="4929350" y="4122266"/>
              <a:ext cx="869919" cy="469056"/>
            </a:xfrm>
            <a:custGeom>
              <a:avLst/>
              <a:gdLst>
                <a:gd name="T0" fmla="*/ 291 w 399"/>
                <a:gd name="T1" fmla="*/ 13 h 215"/>
                <a:gd name="T2" fmla="*/ 358 w 399"/>
                <a:gd name="T3" fmla="*/ 41 h 215"/>
                <a:gd name="T4" fmla="*/ 385 w 399"/>
                <a:gd name="T5" fmla="*/ 107 h 215"/>
                <a:gd name="T6" fmla="*/ 358 w 399"/>
                <a:gd name="T7" fmla="*/ 174 h 215"/>
                <a:gd name="T8" fmla="*/ 291 w 399"/>
                <a:gd name="T9" fmla="*/ 202 h 215"/>
                <a:gd name="T10" fmla="*/ 0 w 399"/>
                <a:gd name="T11" fmla="*/ 202 h 215"/>
                <a:gd name="T12" fmla="*/ 0 w 399"/>
                <a:gd name="T13" fmla="*/ 215 h 215"/>
                <a:gd name="T14" fmla="*/ 291 w 399"/>
                <a:gd name="T15" fmla="*/ 215 h 215"/>
                <a:gd name="T16" fmla="*/ 399 w 399"/>
                <a:gd name="T17" fmla="*/ 107 h 215"/>
                <a:gd name="T18" fmla="*/ 291 w 399"/>
                <a:gd name="T19" fmla="*/ 0 h 215"/>
                <a:gd name="T20" fmla="*/ 291 w 399"/>
                <a:gd name="T21" fmla="*/ 13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9" h="215">
                  <a:moveTo>
                    <a:pt x="291" y="13"/>
                  </a:moveTo>
                  <a:cubicBezTo>
                    <a:pt x="317" y="13"/>
                    <a:pt x="340" y="24"/>
                    <a:pt x="358" y="41"/>
                  </a:cubicBezTo>
                  <a:cubicBezTo>
                    <a:pt x="375" y="58"/>
                    <a:pt x="385" y="81"/>
                    <a:pt x="385" y="107"/>
                  </a:cubicBezTo>
                  <a:cubicBezTo>
                    <a:pt x="385" y="134"/>
                    <a:pt x="375" y="157"/>
                    <a:pt x="358" y="174"/>
                  </a:cubicBezTo>
                  <a:cubicBezTo>
                    <a:pt x="340" y="191"/>
                    <a:pt x="317" y="202"/>
                    <a:pt x="291" y="202"/>
                  </a:cubicBezTo>
                  <a:cubicBezTo>
                    <a:pt x="0" y="202"/>
                    <a:pt x="0" y="202"/>
                    <a:pt x="0" y="202"/>
                  </a:cubicBezTo>
                  <a:cubicBezTo>
                    <a:pt x="0" y="215"/>
                    <a:pt x="0" y="215"/>
                    <a:pt x="0" y="215"/>
                  </a:cubicBezTo>
                  <a:cubicBezTo>
                    <a:pt x="291" y="215"/>
                    <a:pt x="291" y="215"/>
                    <a:pt x="291" y="215"/>
                  </a:cubicBezTo>
                  <a:cubicBezTo>
                    <a:pt x="350" y="215"/>
                    <a:pt x="399" y="167"/>
                    <a:pt x="399" y="107"/>
                  </a:cubicBezTo>
                  <a:cubicBezTo>
                    <a:pt x="399" y="48"/>
                    <a:pt x="350" y="0"/>
                    <a:pt x="291" y="0"/>
                  </a:cubicBezTo>
                  <a:lnTo>
                    <a:pt x="291" y="13"/>
                  </a:lnTo>
                  <a:close/>
                </a:path>
              </a:pathLst>
            </a:custGeom>
            <a:grpFill/>
            <a:ln>
              <a:noFill/>
            </a:ln>
          </p:spPr>
          <p:txBody>
            <a:bodyPr vert="horz" wrap="square" lIns="91440" tIns="45720" rIns="91440" bIns="45720" numCol="1" anchor="t" anchorCtr="0" compatLnSpc="1"/>
            <a:lstStyle/>
            <a:p>
              <a:endParaRPr lang="zh-CN" altLang="en-US"/>
            </a:p>
          </p:txBody>
        </p:sp>
        <p:sp>
          <p:nvSpPr>
            <p:cNvPr id="14" name="Freeform 214"/>
            <p:cNvSpPr/>
            <p:nvPr>
              <p:custDataLst>
                <p:tags r:id="rId28"/>
              </p:custDataLst>
            </p:nvPr>
          </p:nvSpPr>
          <p:spPr bwMode="auto">
            <a:xfrm>
              <a:off x="5020581" y="1789889"/>
              <a:ext cx="987874" cy="3876852"/>
            </a:xfrm>
            <a:custGeom>
              <a:avLst/>
              <a:gdLst>
                <a:gd name="T0" fmla="*/ 13 w 453"/>
                <a:gd name="T1" fmla="*/ 227 h 1778"/>
                <a:gd name="T2" fmla="*/ 75 w 453"/>
                <a:gd name="T3" fmla="*/ 76 h 1778"/>
                <a:gd name="T4" fmla="*/ 226 w 453"/>
                <a:gd name="T5" fmla="*/ 14 h 1778"/>
                <a:gd name="T6" fmla="*/ 377 w 453"/>
                <a:gd name="T7" fmla="*/ 76 h 1778"/>
                <a:gd name="T8" fmla="*/ 439 w 453"/>
                <a:gd name="T9" fmla="*/ 227 h 1778"/>
                <a:gd name="T10" fmla="*/ 439 w 453"/>
                <a:gd name="T11" fmla="*/ 1778 h 1778"/>
                <a:gd name="T12" fmla="*/ 453 w 453"/>
                <a:gd name="T13" fmla="*/ 1778 h 1778"/>
                <a:gd name="T14" fmla="*/ 453 w 453"/>
                <a:gd name="T15" fmla="*/ 227 h 1778"/>
                <a:gd name="T16" fmla="*/ 226 w 453"/>
                <a:gd name="T17" fmla="*/ 0 h 1778"/>
                <a:gd name="T18" fmla="*/ 0 w 453"/>
                <a:gd name="T19" fmla="*/ 227 h 1778"/>
                <a:gd name="T20" fmla="*/ 13 w 453"/>
                <a:gd name="T21" fmla="*/ 227 h 17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53" h="1778">
                  <a:moveTo>
                    <a:pt x="13" y="227"/>
                  </a:moveTo>
                  <a:cubicBezTo>
                    <a:pt x="13" y="168"/>
                    <a:pt x="37" y="115"/>
                    <a:pt x="75" y="76"/>
                  </a:cubicBezTo>
                  <a:cubicBezTo>
                    <a:pt x="114" y="38"/>
                    <a:pt x="167" y="14"/>
                    <a:pt x="226" y="14"/>
                  </a:cubicBezTo>
                  <a:cubicBezTo>
                    <a:pt x="285" y="14"/>
                    <a:pt x="338" y="38"/>
                    <a:pt x="377" y="76"/>
                  </a:cubicBezTo>
                  <a:cubicBezTo>
                    <a:pt x="415" y="115"/>
                    <a:pt x="439" y="168"/>
                    <a:pt x="439" y="227"/>
                  </a:cubicBezTo>
                  <a:cubicBezTo>
                    <a:pt x="439" y="1778"/>
                    <a:pt x="439" y="1778"/>
                    <a:pt x="439" y="1778"/>
                  </a:cubicBezTo>
                  <a:cubicBezTo>
                    <a:pt x="453" y="1778"/>
                    <a:pt x="453" y="1778"/>
                    <a:pt x="453" y="1778"/>
                  </a:cubicBezTo>
                  <a:cubicBezTo>
                    <a:pt x="453" y="227"/>
                    <a:pt x="453" y="227"/>
                    <a:pt x="453" y="227"/>
                  </a:cubicBezTo>
                  <a:cubicBezTo>
                    <a:pt x="453" y="102"/>
                    <a:pt x="351" y="0"/>
                    <a:pt x="226" y="0"/>
                  </a:cubicBezTo>
                  <a:cubicBezTo>
                    <a:pt x="101" y="0"/>
                    <a:pt x="0" y="102"/>
                    <a:pt x="0" y="227"/>
                  </a:cubicBezTo>
                  <a:lnTo>
                    <a:pt x="13" y="227"/>
                  </a:lnTo>
                  <a:close/>
                </a:path>
              </a:pathLst>
            </a:custGeom>
            <a:grpFill/>
            <a:ln>
              <a:noFill/>
            </a:ln>
          </p:spPr>
          <p:txBody>
            <a:bodyPr vert="horz" wrap="square" lIns="91440" tIns="45720" rIns="91440" bIns="45720" numCol="1" anchor="t" anchorCtr="0" compatLnSpc="1"/>
            <a:lstStyle/>
            <a:p>
              <a:endParaRPr lang="zh-CN" altLang="en-US"/>
            </a:p>
          </p:txBody>
        </p:sp>
        <p:sp>
          <p:nvSpPr>
            <p:cNvPr id="15" name="Freeform 215"/>
            <p:cNvSpPr/>
            <p:nvPr>
              <p:custDataLst>
                <p:tags r:id="rId29"/>
              </p:custDataLst>
            </p:nvPr>
          </p:nvSpPr>
          <p:spPr bwMode="auto">
            <a:xfrm>
              <a:off x="4377357" y="3974823"/>
              <a:ext cx="617421" cy="616500"/>
            </a:xfrm>
            <a:custGeom>
              <a:avLst/>
              <a:gdLst>
                <a:gd name="T0" fmla="*/ 283 w 283"/>
                <a:gd name="T1" fmla="*/ 270 h 283"/>
                <a:gd name="T2" fmla="*/ 92 w 283"/>
                <a:gd name="T3" fmla="*/ 191 h 283"/>
                <a:gd name="T4" fmla="*/ 13 w 283"/>
                <a:gd name="T5" fmla="*/ 0 h 283"/>
                <a:gd name="T6" fmla="*/ 0 w 283"/>
                <a:gd name="T7" fmla="*/ 0 h 283"/>
                <a:gd name="T8" fmla="*/ 283 w 283"/>
                <a:gd name="T9" fmla="*/ 283 h 283"/>
                <a:gd name="T10" fmla="*/ 283 w 283"/>
                <a:gd name="T11" fmla="*/ 270 h 283"/>
              </a:gdLst>
              <a:ahLst/>
              <a:cxnLst>
                <a:cxn ang="0">
                  <a:pos x="T0" y="T1"/>
                </a:cxn>
                <a:cxn ang="0">
                  <a:pos x="T2" y="T3"/>
                </a:cxn>
                <a:cxn ang="0">
                  <a:pos x="T4" y="T5"/>
                </a:cxn>
                <a:cxn ang="0">
                  <a:pos x="T6" y="T7"/>
                </a:cxn>
                <a:cxn ang="0">
                  <a:pos x="T8" y="T9"/>
                </a:cxn>
                <a:cxn ang="0">
                  <a:pos x="T10" y="T11"/>
                </a:cxn>
              </a:cxnLst>
              <a:rect l="0" t="0" r="r" b="b"/>
              <a:pathLst>
                <a:path w="283" h="283">
                  <a:moveTo>
                    <a:pt x="283" y="270"/>
                  </a:moveTo>
                  <a:cubicBezTo>
                    <a:pt x="208" y="270"/>
                    <a:pt x="141" y="240"/>
                    <a:pt x="92" y="191"/>
                  </a:cubicBezTo>
                  <a:cubicBezTo>
                    <a:pt x="43" y="142"/>
                    <a:pt x="13" y="74"/>
                    <a:pt x="13" y="0"/>
                  </a:cubicBezTo>
                  <a:cubicBezTo>
                    <a:pt x="0" y="0"/>
                    <a:pt x="0" y="0"/>
                    <a:pt x="0" y="0"/>
                  </a:cubicBezTo>
                  <a:cubicBezTo>
                    <a:pt x="0" y="156"/>
                    <a:pt x="126" y="283"/>
                    <a:pt x="283" y="283"/>
                  </a:cubicBezTo>
                  <a:lnTo>
                    <a:pt x="283" y="270"/>
                  </a:lnTo>
                  <a:close/>
                </a:path>
              </a:pathLst>
            </a:custGeom>
            <a:grpFill/>
            <a:ln>
              <a:noFill/>
            </a:ln>
          </p:spPr>
          <p:txBody>
            <a:bodyPr vert="horz" wrap="square" lIns="91440" tIns="45720" rIns="91440" bIns="45720" numCol="1" anchor="t" anchorCtr="0" compatLnSpc="1"/>
            <a:lstStyle/>
            <a:p>
              <a:endParaRPr lang="zh-CN" altLang="en-US"/>
            </a:p>
          </p:txBody>
        </p:sp>
        <p:sp>
          <p:nvSpPr>
            <p:cNvPr id="16" name="Freeform 216"/>
            <p:cNvSpPr/>
            <p:nvPr>
              <p:custDataLst>
                <p:tags r:id="rId30"/>
              </p:custDataLst>
            </p:nvPr>
          </p:nvSpPr>
          <p:spPr bwMode="auto">
            <a:xfrm>
              <a:off x="5280451" y="3596998"/>
              <a:ext cx="728004" cy="261713"/>
            </a:xfrm>
            <a:custGeom>
              <a:avLst/>
              <a:gdLst>
                <a:gd name="T0" fmla="*/ 334 w 334"/>
                <a:gd name="T1" fmla="*/ 120 h 120"/>
                <a:gd name="T2" fmla="*/ 214 w 334"/>
                <a:gd name="T3" fmla="*/ 0 h 120"/>
                <a:gd name="T4" fmla="*/ 0 w 334"/>
                <a:gd name="T5" fmla="*/ 0 h 120"/>
                <a:gd name="T6" fmla="*/ 0 w 334"/>
                <a:gd name="T7" fmla="*/ 13 h 120"/>
                <a:gd name="T8" fmla="*/ 214 w 334"/>
                <a:gd name="T9" fmla="*/ 13 h 120"/>
                <a:gd name="T10" fmla="*/ 289 w 334"/>
                <a:gd name="T11" fmla="*/ 45 h 120"/>
                <a:gd name="T12" fmla="*/ 320 w 334"/>
                <a:gd name="T13" fmla="*/ 120 h 120"/>
                <a:gd name="T14" fmla="*/ 334 w 334"/>
                <a:gd name="T15" fmla="*/ 120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4" h="120">
                  <a:moveTo>
                    <a:pt x="334" y="120"/>
                  </a:moveTo>
                  <a:cubicBezTo>
                    <a:pt x="334" y="54"/>
                    <a:pt x="280" y="0"/>
                    <a:pt x="214" y="0"/>
                  </a:cubicBezTo>
                  <a:cubicBezTo>
                    <a:pt x="0" y="0"/>
                    <a:pt x="0" y="0"/>
                    <a:pt x="0" y="0"/>
                  </a:cubicBezTo>
                  <a:cubicBezTo>
                    <a:pt x="0" y="13"/>
                    <a:pt x="0" y="13"/>
                    <a:pt x="0" y="13"/>
                  </a:cubicBezTo>
                  <a:cubicBezTo>
                    <a:pt x="214" y="13"/>
                    <a:pt x="214" y="13"/>
                    <a:pt x="214" y="13"/>
                  </a:cubicBezTo>
                  <a:cubicBezTo>
                    <a:pt x="243" y="13"/>
                    <a:pt x="270" y="25"/>
                    <a:pt x="289" y="45"/>
                  </a:cubicBezTo>
                  <a:cubicBezTo>
                    <a:pt x="308" y="64"/>
                    <a:pt x="320" y="91"/>
                    <a:pt x="320" y="120"/>
                  </a:cubicBezTo>
                  <a:lnTo>
                    <a:pt x="334" y="120"/>
                  </a:lnTo>
                  <a:close/>
                </a:path>
              </a:pathLst>
            </a:custGeom>
            <a:grpFill/>
            <a:ln>
              <a:noFill/>
            </a:ln>
          </p:spPr>
          <p:txBody>
            <a:bodyPr vert="horz" wrap="square" lIns="91440" tIns="45720" rIns="91440" bIns="45720" numCol="1" anchor="t" anchorCtr="0" compatLnSpc="1"/>
            <a:lstStyle/>
            <a:p>
              <a:endParaRPr lang="zh-CN" altLang="en-US"/>
            </a:p>
          </p:txBody>
        </p:sp>
        <p:sp>
          <p:nvSpPr>
            <p:cNvPr id="17" name="Freeform 217"/>
            <p:cNvSpPr/>
            <p:nvPr>
              <p:custDataLst>
                <p:tags r:id="rId31"/>
              </p:custDataLst>
            </p:nvPr>
          </p:nvSpPr>
          <p:spPr bwMode="auto">
            <a:xfrm>
              <a:off x="5007680" y="5003243"/>
              <a:ext cx="571345" cy="457998"/>
            </a:xfrm>
            <a:custGeom>
              <a:avLst/>
              <a:gdLst>
                <a:gd name="T0" fmla="*/ 262 w 262"/>
                <a:gd name="T1" fmla="*/ 196 h 210"/>
                <a:gd name="T2" fmla="*/ 105 w 262"/>
                <a:gd name="T3" fmla="*/ 196 h 210"/>
                <a:gd name="T4" fmla="*/ 40 w 262"/>
                <a:gd name="T5" fmla="*/ 169 h 210"/>
                <a:gd name="T6" fmla="*/ 13 w 262"/>
                <a:gd name="T7" fmla="*/ 105 h 210"/>
                <a:gd name="T8" fmla="*/ 40 w 262"/>
                <a:gd name="T9" fmla="*/ 40 h 210"/>
                <a:gd name="T10" fmla="*/ 105 w 262"/>
                <a:gd name="T11" fmla="*/ 14 h 210"/>
                <a:gd name="T12" fmla="*/ 105 w 262"/>
                <a:gd name="T13" fmla="*/ 0 h 210"/>
                <a:gd name="T14" fmla="*/ 0 w 262"/>
                <a:gd name="T15" fmla="*/ 105 h 210"/>
                <a:gd name="T16" fmla="*/ 105 w 262"/>
                <a:gd name="T17" fmla="*/ 210 h 210"/>
                <a:gd name="T18" fmla="*/ 262 w 262"/>
                <a:gd name="T19" fmla="*/ 210 h 210"/>
                <a:gd name="T20" fmla="*/ 262 w 262"/>
                <a:gd name="T21" fmla="*/ 19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2" h="210">
                  <a:moveTo>
                    <a:pt x="262" y="196"/>
                  </a:moveTo>
                  <a:cubicBezTo>
                    <a:pt x="105" y="196"/>
                    <a:pt x="105" y="196"/>
                    <a:pt x="105" y="196"/>
                  </a:cubicBezTo>
                  <a:cubicBezTo>
                    <a:pt x="79" y="196"/>
                    <a:pt x="57" y="186"/>
                    <a:pt x="40" y="169"/>
                  </a:cubicBezTo>
                  <a:cubicBezTo>
                    <a:pt x="24" y="153"/>
                    <a:pt x="13" y="130"/>
                    <a:pt x="13" y="105"/>
                  </a:cubicBezTo>
                  <a:cubicBezTo>
                    <a:pt x="13" y="80"/>
                    <a:pt x="24" y="57"/>
                    <a:pt x="40" y="40"/>
                  </a:cubicBezTo>
                  <a:cubicBezTo>
                    <a:pt x="57" y="24"/>
                    <a:pt x="79" y="14"/>
                    <a:pt x="105" y="14"/>
                  </a:cubicBezTo>
                  <a:cubicBezTo>
                    <a:pt x="105" y="0"/>
                    <a:pt x="105" y="0"/>
                    <a:pt x="105" y="0"/>
                  </a:cubicBezTo>
                  <a:cubicBezTo>
                    <a:pt x="47" y="0"/>
                    <a:pt x="0" y="47"/>
                    <a:pt x="0" y="105"/>
                  </a:cubicBezTo>
                  <a:cubicBezTo>
                    <a:pt x="0" y="163"/>
                    <a:pt x="47" y="210"/>
                    <a:pt x="105" y="210"/>
                  </a:cubicBezTo>
                  <a:cubicBezTo>
                    <a:pt x="262" y="210"/>
                    <a:pt x="262" y="210"/>
                    <a:pt x="262" y="210"/>
                  </a:cubicBezTo>
                  <a:lnTo>
                    <a:pt x="262" y="196"/>
                  </a:lnTo>
                  <a:close/>
                </a:path>
              </a:pathLst>
            </a:custGeom>
            <a:grpFill/>
            <a:ln>
              <a:noFill/>
            </a:ln>
          </p:spPr>
          <p:txBody>
            <a:bodyPr vert="horz" wrap="square" lIns="91440" tIns="45720" rIns="91440" bIns="45720" numCol="1" anchor="t" anchorCtr="0" compatLnSpc="1"/>
            <a:lstStyle/>
            <a:p>
              <a:endParaRPr lang="zh-CN" altLang="en-US"/>
            </a:p>
          </p:txBody>
        </p:sp>
        <p:sp>
          <p:nvSpPr>
            <p:cNvPr id="21" name="Freeform 218"/>
            <p:cNvSpPr/>
            <p:nvPr>
              <p:custDataLst>
                <p:tags r:id="rId32"/>
              </p:custDataLst>
            </p:nvPr>
          </p:nvSpPr>
          <p:spPr bwMode="auto">
            <a:xfrm>
              <a:off x="5343115" y="5232702"/>
              <a:ext cx="571345" cy="228538"/>
            </a:xfrm>
            <a:custGeom>
              <a:avLst/>
              <a:gdLst>
                <a:gd name="T0" fmla="*/ 0 w 262"/>
                <a:gd name="T1" fmla="*/ 105 h 105"/>
                <a:gd name="T2" fmla="*/ 158 w 262"/>
                <a:gd name="T3" fmla="*/ 105 h 105"/>
                <a:gd name="T4" fmla="*/ 262 w 262"/>
                <a:gd name="T5" fmla="*/ 0 h 105"/>
                <a:gd name="T6" fmla="*/ 249 w 262"/>
                <a:gd name="T7" fmla="*/ 0 h 105"/>
                <a:gd name="T8" fmla="*/ 222 w 262"/>
                <a:gd name="T9" fmla="*/ 64 h 105"/>
                <a:gd name="T10" fmla="*/ 158 w 262"/>
                <a:gd name="T11" fmla="*/ 91 h 105"/>
                <a:gd name="T12" fmla="*/ 0 w 262"/>
                <a:gd name="T13" fmla="*/ 91 h 105"/>
                <a:gd name="T14" fmla="*/ 0 w 262"/>
                <a:gd name="T15" fmla="*/ 105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2" h="105">
                  <a:moveTo>
                    <a:pt x="0" y="105"/>
                  </a:moveTo>
                  <a:cubicBezTo>
                    <a:pt x="158" y="105"/>
                    <a:pt x="158" y="105"/>
                    <a:pt x="158" y="105"/>
                  </a:cubicBezTo>
                  <a:cubicBezTo>
                    <a:pt x="215" y="105"/>
                    <a:pt x="262" y="58"/>
                    <a:pt x="262" y="0"/>
                  </a:cubicBezTo>
                  <a:cubicBezTo>
                    <a:pt x="249" y="0"/>
                    <a:pt x="249" y="0"/>
                    <a:pt x="249" y="0"/>
                  </a:cubicBezTo>
                  <a:cubicBezTo>
                    <a:pt x="249" y="25"/>
                    <a:pt x="239" y="48"/>
                    <a:pt x="222" y="64"/>
                  </a:cubicBezTo>
                  <a:cubicBezTo>
                    <a:pt x="205" y="81"/>
                    <a:pt x="183" y="91"/>
                    <a:pt x="158" y="91"/>
                  </a:cubicBezTo>
                  <a:cubicBezTo>
                    <a:pt x="0" y="91"/>
                    <a:pt x="0" y="91"/>
                    <a:pt x="0" y="91"/>
                  </a:cubicBezTo>
                  <a:lnTo>
                    <a:pt x="0" y="105"/>
                  </a:lnTo>
                  <a:close/>
                </a:path>
              </a:pathLst>
            </a:custGeom>
            <a:grpFill/>
            <a:ln>
              <a:noFill/>
            </a:ln>
          </p:spPr>
          <p:txBody>
            <a:bodyPr vert="horz" wrap="square" lIns="91440" tIns="45720" rIns="91440" bIns="45720" numCol="1" anchor="t" anchorCtr="0" compatLnSpc="1"/>
            <a:lstStyle/>
            <a:p>
              <a:endParaRPr lang="zh-CN" altLang="en-US"/>
            </a:p>
          </p:txBody>
        </p:sp>
        <p:sp>
          <p:nvSpPr>
            <p:cNvPr id="22" name="Freeform 219"/>
            <p:cNvSpPr/>
            <p:nvPr>
              <p:custDataLst>
                <p:tags r:id="rId33"/>
              </p:custDataLst>
            </p:nvPr>
          </p:nvSpPr>
          <p:spPr bwMode="auto">
            <a:xfrm>
              <a:off x="4240050" y="3197978"/>
              <a:ext cx="892035" cy="885585"/>
            </a:xfrm>
            <a:custGeom>
              <a:avLst/>
              <a:gdLst>
                <a:gd name="T0" fmla="*/ 409 w 409"/>
                <a:gd name="T1" fmla="*/ 392 h 406"/>
                <a:gd name="T2" fmla="*/ 203 w 409"/>
                <a:gd name="T3" fmla="*/ 392 h 406"/>
                <a:gd name="T4" fmla="*/ 69 w 409"/>
                <a:gd name="T5" fmla="*/ 337 h 406"/>
                <a:gd name="T6" fmla="*/ 14 w 409"/>
                <a:gd name="T7" fmla="*/ 203 h 406"/>
                <a:gd name="T8" fmla="*/ 69 w 409"/>
                <a:gd name="T9" fmla="*/ 69 h 406"/>
                <a:gd name="T10" fmla="*/ 203 w 409"/>
                <a:gd name="T11" fmla="*/ 14 h 406"/>
                <a:gd name="T12" fmla="*/ 265 w 409"/>
                <a:gd name="T13" fmla="*/ 14 h 406"/>
                <a:gd name="T14" fmla="*/ 265 w 409"/>
                <a:gd name="T15" fmla="*/ 0 h 406"/>
                <a:gd name="T16" fmla="*/ 203 w 409"/>
                <a:gd name="T17" fmla="*/ 0 h 406"/>
                <a:gd name="T18" fmla="*/ 0 w 409"/>
                <a:gd name="T19" fmla="*/ 203 h 406"/>
                <a:gd name="T20" fmla="*/ 203 w 409"/>
                <a:gd name="T21" fmla="*/ 406 h 406"/>
                <a:gd name="T22" fmla="*/ 409 w 409"/>
                <a:gd name="T23" fmla="*/ 406 h 406"/>
                <a:gd name="T24" fmla="*/ 409 w 409"/>
                <a:gd name="T25" fmla="*/ 392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9" h="406">
                  <a:moveTo>
                    <a:pt x="409" y="392"/>
                  </a:moveTo>
                  <a:cubicBezTo>
                    <a:pt x="203" y="392"/>
                    <a:pt x="203" y="392"/>
                    <a:pt x="203" y="392"/>
                  </a:cubicBezTo>
                  <a:cubicBezTo>
                    <a:pt x="151" y="392"/>
                    <a:pt x="104" y="371"/>
                    <a:pt x="69" y="337"/>
                  </a:cubicBezTo>
                  <a:cubicBezTo>
                    <a:pt x="35" y="302"/>
                    <a:pt x="14" y="255"/>
                    <a:pt x="14" y="203"/>
                  </a:cubicBezTo>
                  <a:cubicBezTo>
                    <a:pt x="14" y="151"/>
                    <a:pt x="35" y="103"/>
                    <a:pt x="69" y="69"/>
                  </a:cubicBezTo>
                  <a:cubicBezTo>
                    <a:pt x="104" y="35"/>
                    <a:pt x="151" y="14"/>
                    <a:pt x="203" y="14"/>
                  </a:cubicBezTo>
                  <a:cubicBezTo>
                    <a:pt x="265" y="14"/>
                    <a:pt x="265" y="14"/>
                    <a:pt x="265" y="14"/>
                  </a:cubicBezTo>
                  <a:cubicBezTo>
                    <a:pt x="265" y="0"/>
                    <a:pt x="265" y="0"/>
                    <a:pt x="265" y="0"/>
                  </a:cubicBezTo>
                  <a:cubicBezTo>
                    <a:pt x="203" y="0"/>
                    <a:pt x="203" y="0"/>
                    <a:pt x="203" y="0"/>
                  </a:cubicBezTo>
                  <a:cubicBezTo>
                    <a:pt x="91" y="0"/>
                    <a:pt x="0" y="91"/>
                    <a:pt x="0" y="203"/>
                  </a:cubicBezTo>
                  <a:cubicBezTo>
                    <a:pt x="0" y="315"/>
                    <a:pt x="91" y="406"/>
                    <a:pt x="203" y="406"/>
                  </a:cubicBezTo>
                  <a:cubicBezTo>
                    <a:pt x="409" y="406"/>
                    <a:pt x="409" y="406"/>
                    <a:pt x="409" y="406"/>
                  </a:cubicBezTo>
                  <a:lnTo>
                    <a:pt x="409" y="392"/>
                  </a:lnTo>
                  <a:close/>
                </a:path>
              </a:pathLst>
            </a:custGeom>
            <a:grpFill/>
            <a:ln>
              <a:noFill/>
            </a:ln>
          </p:spPr>
          <p:txBody>
            <a:bodyPr vert="horz" wrap="square" lIns="91440" tIns="45720" rIns="91440" bIns="45720" numCol="1" anchor="t" anchorCtr="0" compatLnSpc="1"/>
            <a:lstStyle/>
            <a:p>
              <a:endParaRPr lang="zh-CN" altLang="en-US"/>
            </a:p>
          </p:txBody>
        </p:sp>
        <p:sp>
          <p:nvSpPr>
            <p:cNvPr id="23" name="Freeform 220"/>
            <p:cNvSpPr/>
            <p:nvPr>
              <p:custDataLst>
                <p:tags r:id="rId34"/>
              </p:custDataLst>
            </p:nvPr>
          </p:nvSpPr>
          <p:spPr bwMode="auto">
            <a:xfrm>
              <a:off x="4708184" y="4562755"/>
              <a:ext cx="516975" cy="470899"/>
            </a:xfrm>
            <a:custGeom>
              <a:avLst/>
              <a:gdLst>
                <a:gd name="T0" fmla="*/ 237 w 237"/>
                <a:gd name="T1" fmla="*/ 202 h 216"/>
                <a:gd name="T2" fmla="*/ 108 w 237"/>
                <a:gd name="T3" fmla="*/ 202 h 216"/>
                <a:gd name="T4" fmla="*/ 41 w 237"/>
                <a:gd name="T5" fmla="*/ 174 h 216"/>
                <a:gd name="T6" fmla="*/ 13 w 237"/>
                <a:gd name="T7" fmla="*/ 108 h 216"/>
                <a:gd name="T8" fmla="*/ 41 w 237"/>
                <a:gd name="T9" fmla="*/ 41 h 216"/>
                <a:gd name="T10" fmla="*/ 108 w 237"/>
                <a:gd name="T11" fmla="*/ 13 h 216"/>
                <a:gd name="T12" fmla="*/ 131 w 237"/>
                <a:gd name="T13" fmla="*/ 13 h 216"/>
                <a:gd name="T14" fmla="*/ 131 w 237"/>
                <a:gd name="T15" fmla="*/ 0 h 216"/>
                <a:gd name="T16" fmla="*/ 108 w 237"/>
                <a:gd name="T17" fmla="*/ 0 h 216"/>
                <a:gd name="T18" fmla="*/ 0 w 237"/>
                <a:gd name="T19" fmla="*/ 108 h 216"/>
                <a:gd name="T20" fmla="*/ 108 w 237"/>
                <a:gd name="T21" fmla="*/ 216 h 216"/>
                <a:gd name="T22" fmla="*/ 237 w 237"/>
                <a:gd name="T23" fmla="*/ 216 h 216"/>
                <a:gd name="T24" fmla="*/ 237 w 237"/>
                <a:gd name="T25" fmla="*/ 202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7" h="216">
                  <a:moveTo>
                    <a:pt x="237" y="202"/>
                  </a:moveTo>
                  <a:cubicBezTo>
                    <a:pt x="108" y="202"/>
                    <a:pt x="108" y="202"/>
                    <a:pt x="108" y="202"/>
                  </a:cubicBezTo>
                  <a:cubicBezTo>
                    <a:pt x="82" y="202"/>
                    <a:pt x="58" y="192"/>
                    <a:pt x="41" y="174"/>
                  </a:cubicBezTo>
                  <a:cubicBezTo>
                    <a:pt x="24" y="157"/>
                    <a:pt x="13" y="134"/>
                    <a:pt x="13" y="108"/>
                  </a:cubicBezTo>
                  <a:cubicBezTo>
                    <a:pt x="13" y="82"/>
                    <a:pt x="24" y="58"/>
                    <a:pt x="41" y="41"/>
                  </a:cubicBezTo>
                  <a:cubicBezTo>
                    <a:pt x="58" y="24"/>
                    <a:pt x="82" y="13"/>
                    <a:pt x="108" y="13"/>
                  </a:cubicBezTo>
                  <a:cubicBezTo>
                    <a:pt x="131" y="13"/>
                    <a:pt x="131" y="13"/>
                    <a:pt x="131" y="13"/>
                  </a:cubicBezTo>
                  <a:cubicBezTo>
                    <a:pt x="131" y="0"/>
                    <a:pt x="131" y="0"/>
                    <a:pt x="131" y="0"/>
                  </a:cubicBezTo>
                  <a:cubicBezTo>
                    <a:pt x="108" y="0"/>
                    <a:pt x="108" y="0"/>
                    <a:pt x="108" y="0"/>
                  </a:cubicBezTo>
                  <a:cubicBezTo>
                    <a:pt x="48" y="0"/>
                    <a:pt x="0" y="48"/>
                    <a:pt x="0" y="108"/>
                  </a:cubicBezTo>
                  <a:cubicBezTo>
                    <a:pt x="0" y="167"/>
                    <a:pt x="48" y="216"/>
                    <a:pt x="108" y="216"/>
                  </a:cubicBezTo>
                  <a:cubicBezTo>
                    <a:pt x="237" y="216"/>
                    <a:pt x="237" y="216"/>
                    <a:pt x="237" y="216"/>
                  </a:cubicBezTo>
                  <a:lnTo>
                    <a:pt x="237" y="202"/>
                  </a:lnTo>
                  <a:close/>
                </a:path>
              </a:pathLst>
            </a:custGeom>
            <a:grpFill/>
            <a:ln>
              <a:noFill/>
            </a:ln>
          </p:spPr>
          <p:txBody>
            <a:bodyPr vert="horz" wrap="square" lIns="91440" tIns="45720" rIns="91440" bIns="45720" numCol="1" anchor="t" anchorCtr="0" compatLnSpc="1"/>
            <a:lstStyle/>
            <a:p>
              <a:endParaRPr lang="zh-CN" altLang="en-US"/>
            </a:p>
          </p:txBody>
        </p:sp>
        <p:sp>
          <p:nvSpPr>
            <p:cNvPr id="24" name="Freeform 221"/>
            <p:cNvSpPr/>
            <p:nvPr>
              <p:custDataLst>
                <p:tags r:id="rId35"/>
              </p:custDataLst>
            </p:nvPr>
          </p:nvSpPr>
          <p:spPr bwMode="auto">
            <a:xfrm>
              <a:off x="6362320" y="2271846"/>
              <a:ext cx="1129789" cy="675477"/>
            </a:xfrm>
            <a:custGeom>
              <a:avLst/>
              <a:gdLst>
                <a:gd name="T0" fmla="*/ 14 w 518"/>
                <a:gd name="T1" fmla="*/ 310 h 310"/>
                <a:gd name="T2" fmla="*/ 22 w 518"/>
                <a:gd name="T3" fmla="*/ 267 h 310"/>
                <a:gd name="T4" fmla="*/ 65 w 518"/>
                <a:gd name="T5" fmla="*/ 221 h 310"/>
                <a:gd name="T6" fmla="*/ 151 w 518"/>
                <a:gd name="T7" fmla="*/ 203 h 310"/>
                <a:gd name="T8" fmla="*/ 416 w 518"/>
                <a:gd name="T9" fmla="*/ 203 h 310"/>
                <a:gd name="T10" fmla="*/ 463 w 518"/>
                <a:gd name="T11" fmla="*/ 192 h 310"/>
                <a:gd name="T12" fmla="*/ 505 w 518"/>
                <a:gd name="T13" fmla="*/ 150 h 310"/>
                <a:gd name="T14" fmla="*/ 518 w 518"/>
                <a:gd name="T15" fmla="*/ 101 h 310"/>
                <a:gd name="T16" fmla="*/ 512 w 518"/>
                <a:gd name="T17" fmla="*/ 68 h 310"/>
                <a:gd name="T18" fmla="*/ 476 w 518"/>
                <a:gd name="T19" fmla="*/ 21 h 310"/>
                <a:gd name="T20" fmla="*/ 407 w 518"/>
                <a:gd name="T21" fmla="*/ 0 h 310"/>
                <a:gd name="T22" fmla="*/ 132 w 518"/>
                <a:gd name="T23" fmla="*/ 0 h 310"/>
                <a:gd name="T24" fmla="*/ 132 w 518"/>
                <a:gd name="T25" fmla="*/ 13 h 310"/>
                <a:gd name="T26" fmla="*/ 407 w 518"/>
                <a:gd name="T27" fmla="*/ 13 h 310"/>
                <a:gd name="T28" fmla="*/ 451 w 518"/>
                <a:gd name="T29" fmla="*/ 22 h 310"/>
                <a:gd name="T30" fmla="*/ 492 w 518"/>
                <a:gd name="T31" fmla="*/ 58 h 310"/>
                <a:gd name="T32" fmla="*/ 505 w 518"/>
                <a:gd name="T33" fmla="*/ 101 h 310"/>
                <a:gd name="T34" fmla="*/ 500 w 518"/>
                <a:gd name="T35" fmla="*/ 129 h 310"/>
                <a:gd name="T36" fmla="*/ 472 w 518"/>
                <a:gd name="T37" fmla="*/ 170 h 310"/>
                <a:gd name="T38" fmla="*/ 416 w 518"/>
                <a:gd name="T39" fmla="*/ 189 h 310"/>
                <a:gd name="T40" fmla="*/ 151 w 518"/>
                <a:gd name="T41" fmla="*/ 189 h 310"/>
                <a:gd name="T42" fmla="*/ 85 w 518"/>
                <a:gd name="T43" fmla="*/ 198 h 310"/>
                <a:gd name="T44" fmla="*/ 21 w 518"/>
                <a:gd name="T45" fmla="*/ 241 h 310"/>
                <a:gd name="T46" fmla="*/ 0 w 518"/>
                <a:gd name="T47" fmla="*/ 310 h 310"/>
                <a:gd name="T48" fmla="*/ 14 w 518"/>
                <a:gd name="T49" fmla="*/ 310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18" h="310">
                  <a:moveTo>
                    <a:pt x="14" y="310"/>
                  </a:moveTo>
                  <a:cubicBezTo>
                    <a:pt x="14" y="294"/>
                    <a:pt x="16" y="280"/>
                    <a:pt x="22" y="267"/>
                  </a:cubicBezTo>
                  <a:cubicBezTo>
                    <a:pt x="30" y="247"/>
                    <a:pt x="44" y="232"/>
                    <a:pt x="65" y="221"/>
                  </a:cubicBezTo>
                  <a:cubicBezTo>
                    <a:pt x="86" y="209"/>
                    <a:pt x="115" y="203"/>
                    <a:pt x="151" y="203"/>
                  </a:cubicBezTo>
                  <a:cubicBezTo>
                    <a:pt x="251" y="203"/>
                    <a:pt x="347" y="203"/>
                    <a:pt x="416" y="203"/>
                  </a:cubicBezTo>
                  <a:cubicBezTo>
                    <a:pt x="434" y="203"/>
                    <a:pt x="450" y="199"/>
                    <a:pt x="463" y="192"/>
                  </a:cubicBezTo>
                  <a:cubicBezTo>
                    <a:pt x="483" y="183"/>
                    <a:pt x="497" y="167"/>
                    <a:pt x="505" y="150"/>
                  </a:cubicBezTo>
                  <a:cubicBezTo>
                    <a:pt x="514" y="133"/>
                    <a:pt x="518" y="116"/>
                    <a:pt x="518" y="101"/>
                  </a:cubicBezTo>
                  <a:cubicBezTo>
                    <a:pt x="518" y="91"/>
                    <a:pt x="516" y="79"/>
                    <a:pt x="512" y="68"/>
                  </a:cubicBezTo>
                  <a:cubicBezTo>
                    <a:pt x="505" y="51"/>
                    <a:pt x="493" y="34"/>
                    <a:pt x="476" y="21"/>
                  </a:cubicBezTo>
                  <a:cubicBezTo>
                    <a:pt x="458" y="8"/>
                    <a:pt x="435" y="0"/>
                    <a:pt x="407" y="0"/>
                  </a:cubicBezTo>
                  <a:cubicBezTo>
                    <a:pt x="335" y="0"/>
                    <a:pt x="226" y="0"/>
                    <a:pt x="132" y="0"/>
                  </a:cubicBezTo>
                  <a:cubicBezTo>
                    <a:pt x="132" y="13"/>
                    <a:pt x="132" y="13"/>
                    <a:pt x="132" y="13"/>
                  </a:cubicBezTo>
                  <a:cubicBezTo>
                    <a:pt x="226" y="13"/>
                    <a:pt x="335" y="13"/>
                    <a:pt x="407" y="13"/>
                  </a:cubicBezTo>
                  <a:cubicBezTo>
                    <a:pt x="424" y="13"/>
                    <a:pt x="439" y="17"/>
                    <a:pt x="451" y="22"/>
                  </a:cubicBezTo>
                  <a:cubicBezTo>
                    <a:pt x="469" y="31"/>
                    <a:pt x="483" y="44"/>
                    <a:pt x="492" y="58"/>
                  </a:cubicBezTo>
                  <a:cubicBezTo>
                    <a:pt x="501" y="73"/>
                    <a:pt x="505" y="88"/>
                    <a:pt x="505" y="101"/>
                  </a:cubicBezTo>
                  <a:cubicBezTo>
                    <a:pt x="505" y="109"/>
                    <a:pt x="503" y="119"/>
                    <a:pt x="500" y="129"/>
                  </a:cubicBezTo>
                  <a:cubicBezTo>
                    <a:pt x="495" y="144"/>
                    <a:pt x="486" y="159"/>
                    <a:pt x="472" y="170"/>
                  </a:cubicBezTo>
                  <a:cubicBezTo>
                    <a:pt x="459" y="182"/>
                    <a:pt x="440" y="189"/>
                    <a:pt x="416" y="189"/>
                  </a:cubicBezTo>
                  <a:cubicBezTo>
                    <a:pt x="347" y="189"/>
                    <a:pt x="251" y="189"/>
                    <a:pt x="151" y="189"/>
                  </a:cubicBezTo>
                  <a:cubicBezTo>
                    <a:pt x="126" y="189"/>
                    <a:pt x="104" y="192"/>
                    <a:pt x="85" y="198"/>
                  </a:cubicBezTo>
                  <a:cubicBezTo>
                    <a:pt x="56" y="207"/>
                    <a:pt x="35" y="221"/>
                    <a:pt x="21" y="241"/>
                  </a:cubicBezTo>
                  <a:cubicBezTo>
                    <a:pt x="7" y="260"/>
                    <a:pt x="0" y="284"/>
                    <a:pt x="0" y="310"/>
                  </a:cubicBezTo>
                  <a:lnTo>
                    <a:pt x="14" y="310"/>
                  </a:lnTo>
                  <a:close/>
                </a:path>
              </a:pathLst>
            </a:custGeom>
            <a:grpFill/>
            <a:ln>
              <a:noFill/>
            </a:ln>
          </p:spPr>
          <p:txBody>
            <a:bodyPr vert="horz" wrap="square" lIns="91440" tIns="45720" rIns="91440" bIns="45720" numCol="1" anchor="t" anchorCtr="0" compatLnSpc="1"/>
            <a:lstStyle/>
            <a:p>
              <a:endParaRPr lang="zh-CN" altLang="en-US"/>
            </a:p>
          </p:txBody>
        </p:sp>
        <p:sp>
          <p:nvSpPr>
            <p:cNvPr id="25" name="Freeform 222"/>
            <p:cNvSpPr/>
            <p:nvPr>
              <p:custDataLst>
                <p:tags r:id="rId36"/>
              </p:custDataLst>
            </p:nvPr>
          </p:nvSpPr>
          <p:spPr bwMode="auto">
            <a:xfrm>
              <a:off x="6608367" y="3156509"/>
              <a:ext cx="647832" cy="469056"/>
            </a:xfrm>
            <a:custGeom>
              <a:avLst/>
              <a:gdLst>
                <a:gd name="T0" fmla="*/ 189 w 297"/>
                <a:gd name="T1" fmla="*/ 13 h 215"/>
                <a:gd name="T2" fmla="*/ 256 w 297"/>
                <a:gd name="T3" fmla="*/ 41 h 215"/>
                <a:gd name="T4" fmla="*/ 284 w 297"/>
                <a:gd name="T5" fmla="*/ 107 h 215"/>
                <a:gd name="T6" fmla="*/ 256 w 297"/>
                <a:gd name="T7" fmla="*/ 174 h 215"/>
                <a:gd name="T8" fmla="*/ 189 w 297"/>
                <a:gd name="T9" fmla="*/ 202 h 215"/>
                <a:gd name="T10" fmla="*/ 0 w 297"/>
                <a:gd name="T11" fmla="*/ 202 h 215"/>
                <a:gd name="T12" fmla="*/ 0 w 297"/>
                <a:gd name="T13" fmla="*/ 215 h 215"/>
                <a:gd name="T14" fmla="*/ 189 w 297"/>
                <a:gd name="T15" fmla="*/ 215 h 215"/>
                <a:gd name="T16" fmla="*/ 297 w 297"/>
                <a:gd name="T17" fmla="*/ 107 h 215"/>
                <a:gd name="T18" fmla="*/ 189 w 297"/>
                <a:gd name="T19" fmla="*/ 0 h 215"/>
                <a:gd name="T20" fmla="*/ 189 w 297"/>
                <a:gd name="T21" fmla="*/ 13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7" h="215">
                  <a:moveTo>
                    <a:pt x="189" y="13"/>
                  </a:moveTo>
                  <a:cubicBezTo>
                    <a:pt x="215" y="13"/>
                    <a:pt x="239" y="24"/>
                    <a:pt x="256" y="41"/>
                  </a:cubicBezTo>
                  <a:cubicBezTo>
                    <a:pt x="273" y="58"/>
                    <a:pt x="284" y="81"/>
                    <a:pt x="284" y="107"/>
                  </a:cubicBezTo>
                  <a:cubicBezTo>
                    <a:pt x="284" y="134"/>
                    <a:pt x="273" y="157"/>
                    <a:pt x="256" y="174"/>
                  </a:cubicBezTo>
                  <a:cubicBezTo>
                    <a:pt x="239" y="191"/>
                    <a:pt x="215" y="202"/>
                    <a:pt x="189" y="202"/>
                  </a:cubicBezTo>
                  <a:cubicBezTo>
                    <a:pt x="0" y="202"/>
                    <a:pt x="0" y="202"/>
                    <a:pt x="0" y="202"/>
                  </a:cubicBezTo>
                  <a:cubicBezTo>
                    <a:pt x="0" y="215"/>
                    <a:pt x="0" y="215"/>
                    <a:pt x="0" y="215"/>
                  </a:cubicBezTo>
                  <a:cubicBezTo>
                    <a:pt x="189" y="215"/>
                    <a:pt x="189" y="215"/>
                    <a:pt x="189" y="215"/>
                  </a:cubicBezTo>
                  <a:cubicBezTo>
                    <a:pt x="249" y="215"/>
                    <a:pt x="297" y="167"/>
                    <a:pt x="297" y="107"/>
                  </a:cubicBezTo>
                  <a:cubicBezTo>
                    <a:pt x="297" y="48"/>
                    <a:pt x="249" y="0"/>
                    <a:pt x="189" y="0"/>
                  </a:cubicBezTo>
                  <a:lnTo>
                    <a:pt x="189" y="13"/>
                  </a:lnTo>
                  <a:close/>
                </a:path>
              </a:pathLst>
            </a:custGeom>
            <a:grpFill/>
            <a:ln>
              <a:noFill/>
            </a:ln>
          </p:spPr>
          <p:txBody>
            <a:bodyPr vert="horz" wrap="square" lIns="91440" tIns="45720" rIns="91440" bIns="45720" numCol="1" anchor="t" anchorCtr="0" compatLnSpc="1"/>
            <a:lstStyle/>
            <a:p>
              <a:endParaRPr lang="zh-CN" altLang="en-US"/>
            </a:p>
          </p:txBody>
        </p:sp>
        <p:sp>
          <p:nvSpPr>
            <p:cNvPr id="26" name="Freeform 223"/>
            <p:cNvSpPr/>
            <p:nvPr>
              <p:custDataLst>
                <p:tags r:id="rId37"/>
              </p:custDataLst>
            </p:nvPr>
          </p:nvSpPr>
          <p:spPr bwMode="auto">
            <a:xfrm>
              <a:off x="6372457" y="4122266"/>
              <a:ext cx="735376" cy="469056"/>
            </a:xfrm>
            <a:custGeom>
              <a:avLst/>
              <a:gdLst>
                <a:gd name="T0" fmla="*/ 108 w 337"/>
                <a:gd name="T1" fmla="*/ 0 h 215"/>
                <a:gd name="T2" fmla="*/ 0 w 337"/>
                <a:gd name="T3" fmla="*/ 107 h 215"/>
                <a:gd name="T4" fmla="*/ 108 w 337"/>
                <a:gd name="T5" fmla="*/ 215 h 215"/>
                <a:gd name="T6" fmla="*/ 337 w 337"/>
                <a:gd name="T7" fmla="*/ 215 h 215"/>
                <a:gd name="T8" fmla="*/ 337 w 337"/>
                <a:gd name="T9" fmla="*/ 202 h 215"/>
                <a:gd name="T10" fmla="*/ 108 w 337"/>
                <a:gd name="T11" fmla="*/ 202 h 215"/>
                <a:gd name="T12" fmla="*/ 41 w 337"/>
                <a:gd name="T13" fmla="*/ 174 h 215"/>
                <a:gd name="T14" fmla="*/ 14 w 337"/>
                <a:gd name="T15" fmla="*/ 107 h 215"/>
                <a:gd name="T16" fmla="*/ 41 w 337"/>
                <a:gd name="T17" fmla="*/ 41 h 215"/>
                <a:gd name="T18" fmla="*/ 108 w 337"/>
                <a:gd name="T19" fmla="*/ 13 h 215"/>
                <a:gd name="T20" fmla="*/ 108 w 337"/>
                <a:gd name="T21"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37" h="215">
                  <a:moveTo>
                    <a:pt x="108" y="0"/>
                  </a:moveTo>
                  <a:cubicBezTo>
                    <a:pt x="48" y="0"/>
                    <a:pt x="0" y="48"/>
                    <a:pt x="0" y="107"/>
                  </a:cubicBezTo>
                  <a:cubicBezTo>
                    <a:pt x="0" y="167"/>
                    <a:pt x="48" y="215"/>
                    <a:pt x="108" y="215"/>
                  </a:cubicBezTo>
                  <a:cubicBezTo>
                    <a:pt x="337" y="215"/>
                    <a:pt x="337" y="215"/>
                    <a:pt x="337" y="215"/>
                  </a:cubicBezTo>
                  <a:cubicBezTo>
                    <a:pt x="337" y="202"/>
                    <a:pt x="337" y="202"/>
                    <a:pt x="337" y="202"/>
                  </a:cubicBezTo>
                  <a:cubicBezTo>
                    <a:pt x="108" y="202"/>
                    <a:pt x="108" y="202"/>
                    <a:pt x="108" y="202"/>
                  </a:cubicBezTo>
                  <a:cubicBezTo>
                    <a:pt x="82" y="202"/>
                    <a:pt x="58" y="191"/>
                    <a:pt x="41" y="174"/>
                  </a:cubicBezTo>
                  <a:cubicBezTo>
                    <a:pt x="24" y="157"/>
                    <a:pt x="14" y="134"/>
                    <a:pt x="14" y="107"/>
                  </a:cubicBezTo>
                  <a:cubicBezTo>
                    <a:pt x="14" y="81"/>
                    <a:pt x="24" y="58"/>
                    <a:pt x="41" y="41"/>
                  </a:cubicBezTo>
                  <a:cubicBezTo>
                    <a:pt x="58" y="24"/>
                    <a:pt x="82" y="13"/>
                    <a:pt x="108" y="13"/>
                  </a:cubicBezTo>
                  <a:lnTo>
                    <a:pt x="108" y="0"/>
                  </a:lnTo>
                  <a:close/>
                </a:path>
              </a:pathLst>
            </a:custGeom>
            <a:grpFill/>
            <a:ln>
              <a:noFill/>
            </a:ln>
          </p:spPr>
          <p:txBody>
            <a:bodyPr vert="horz" wrap="square" lIns="91440" tIns="45720" rIns="91440" bIns="45720" numCol="1" anchor="t" anchorCtr="0" compatLnSpc="1"/>
            <a:lstStyle/>
            <a:p>
              <a:endParaRPr lang="zh-CN" altLang="en-US"/>
            </a:p>
          </p:txBody>
        </p:sp>
        <p:sp>
          <p:nvSpPr>
            <p:cNvPr id="27" name="Freeform 224"/>
            <p:cNvSpPr/>
            <p:nvPr>
              <p:custDataLst>
                <p:tags r:id="rId38"/>
              </p:custDataLst>
            </p:nvPr>
          </p:nvSpPr>
          <p:spPr bwMode="auto">
            <a:xfrm>
              <a:off x="6163271" y="1789889"/>
              <a:ext cx="987874" cy="4245461"/>
            </a:xfrm>
            <a:custGeom>
              <a:avLst/>
              <a:gdLst>
                <a:gd name="T0" fmla="*/ 453 w 453"/>
                <a:gd name="T1" fmla="*/ 227 h 1947"/>
                <a:gd name="T2" fmla="*/ 227 w 453"/>
                <a:gd name="T3" fmla="*/ 0 h 1947"/>
                <a:gd name="T4" fmla="*/ 0 w 453"/>
                <a:gd name="T5" fmla="*/ 227 h 1947"/>
                <a:gd name="T6" fmla="*/ 0 w 453"/>
                <a:gd name="T7" fmla="*/ 1947 h 1947"/>
                <a:gd name="T8" fmla="*/ 13 w 453"/>
                <a:gd name="T9" fmla="*/ 1947 h 1947"/>
                <a:gd name="T10" fmla="*/ 13 w 453"/>
                <a:gd name="T11" fmla="*/ 227 h 1947"/>
                <a:gd name="T12" fmla="*/ 76 w 453"/>
                <a:gd name="T13" fmla="*/ 76 h 1947"/>
                <a:gd name="T14" fmla="*/ 227 w 453"/>
                <a:gd name="T15" fmla="*/ 14 h 1947"/>
                <a:gd name="T16" fmla="*/ 377 w 453"/>
                <a:gd name="T17" fmla="*/ 76 h 1947"/>
                <a:gd name="T18" fmla="*/ 440 w 453"/>
                <a:gd name="T19" fmla="*/ 227 h 1947"/>
                <a:gd name="T20" fmla="*/ 453 w 453"/>
                <a:gd name="T21" fmla="*/ 227 h 1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53" h="1947">
                  <a:moveTo>
                    <a:pt x="453" y="227"/>
                  </a:moveTo>
                  <a:cubicBezTo>
                    <a:pt x="453" y="102"/>
                    <a:pt x="352" y="0"/>
                    <a:pt x="227" y="0"/>
                  </a:cubicBezTo>
                  <a:cubicBezTo>
                    <a:pt x="101" y="0"/>
                    <a:pt x="0" y="102"/>
                    <a:pt x="0" y="227"/>
                  </a:cubicBezTo>
                  <a:cubicBezTo>
                    <a:pt x="0" y="1947"/>
                    <a:pt x="0" y="1947"/>
                    <a:pt x="0" y="1947"/>
                  </a:cubicBezTo>
                  <a:cubicBezTo>
                    <a:pt x="13" y="1947"/>
                    <a:pt x="13" y="1947"/>
                    <a:pt x="13" y="1947"/>
                  </a:cubicBezTo>
                  <a:cubicBezTo>
                    <a:pt x="13" y="227"/>
                    <a:pt x="13" y="227"/>
                    <a:pt x="13" y="227"/>
                  </a:cubicBezTo>
                  <a:cubicBezTo>
                    <a:pt x="13" y="168"/>
                    <a:pt x="37" y="115"/>
                    <a:pt x="76" y="76"/>
                  </a:cubicBezTo>
                  <a:cubicBezTo>
                    <a:pt x="114" y="38"/>
                    <a:pt x="168" y="14"/>
                    <a:pt x="227" y="14"/>
                  </a:cubicBezTo>
                  <a:cubicBezTo>
                    <a:pt x="285" y="14"/>
                    <a:pt x="339" y="38"/>
                    <a:pt x="377" y="76"/>
                  </a:cubicBezTo>
                  <a:cubicBezTo>
                    <a:pt x="416" y="115"/>
                    <a:pt x="440" y="168"/>
                    <a:pt x="440" y="227"/>
                  </a:cubicBezTo>
                  <a:lnTo>
                    <a:pt x="453" y="227"/>
                  </a:lnTo>
                  <a:close/>
                </a:path>
              </a:pathLst>
            </a:custGeom>
            <a:grpFill/>
            <a:ln>
              <a:noFill/>
            </a:ln>
          </p:spPr>
          <p:txBody>
            <a:bodyPr vert="horz" wrap="square" lIns="91440" tIns="45720" rIns="91440" bIns="45720" numCol="1" anchor="t" anchorCtr="0" compatLnSpc="1"/>
            <a:lstStyle/>
            <a:p>
              <a:endParaRPr lang="zh-CN" altLang="en-US"/>
            </a:p>
          </p:txBody>
        </p:sp>
        <p:sp>
          <p:nvSpPr>
            <p:cNvPr id="28" name="Freeform 225"/>
            <p:cNvSpPr/>
            <p:nvPr>
              <p:custDataLst>
                <p:tags r:id="rId39"/>
              </p:custDataLst>
            </p:nvPr>
          </p:nvSpPr>
          <p:spPr bwMode="auto">
            <a:xfrm>
              <a:off x="6597309" y="3974823"/>
              <a:ext cx="1197981" cy="616500"/>
            </a:xfrm>
            <a:custGeom>
              <a:avLst/>
              <a:gdLst>
                <a:gd name="T0" fmla="*/ 0 w 549"/>
                <a:gd name="T1" fmla="*/ 283 h 283"/>
                <a:gd name="T2" fmla="*/ 266 w 549"/>
                <a:gd name="T3" fmla="*/ 283 h 283"/>
                <a:gd name="T4" fmla="*/ 549 w 549"/>
                <a:gd name="T5" fmla="*/ 0 h 283"/>
                <a:gd name="T6" fmla="*/ 536 w 549"/>
                <a:gd name="T7" fmla="*/ 0 h 283"/>
                <a:gd name="T8" fmla="*/ 457 w 549"/>
                <a:gd name="T9" fmla="*/ 191 h 283"/>
                <a:gd name="T10" fmla="*/ 266 w 549"/>
                <a:gd name="T11" fmla="*/ 270 h 283"/>
                <a:gd name="T12" fmla="*/ 0 w 549"/>
                <a:gd name="T13" fmla="*/ 270 h 283"/>
                <a:gd name="T14" fmla="*/ 0 w 549"/>
                <a:gd name="T15" fmla="*/ 283 h 28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9" h="283">
                  <a:moveTo>
                    <a:pt x="0" y="283"/>
                  </a:moveTo>
                  <a:cubicBezTo>
                    <a:pt x="266" y="283"/>
                    <a:pt x="266" y="283"/>
                    <a:pt x="266" y="283"/>
                  </a:cubicBezTo>
                  <a:cubicBezTo>
                    <a:pt x="422" y="283"/>
                    <a:pt x="549" y="156"/>
                    <a:pt x="549" y="0"/>
                  </a:cubicBezTo>
                  <a:cubicBezTo>
                    <a:pt x="536" y="0"/>
                    <a:pt x="536" y="0"/>
                    <a:pt x="536" y="0"/>
                  </a:cubicBezTo>
                  <a:cubicBezTo>
                    <a:pt x="536" y="74"/>
                    <a:pt x="505" y="142"/>
                    <a:pt x="457" y="191"/>
                  </a:cubicBezTo>
                  <a:cubicBezTo>
                    <a:pt x="408" y="240"/>
                    <a:pt x="340" y="270"/>
                    <a:pt x="266" y="270"/>
                  </a:cubicBezTo>
                  <a:cubicBezTo>
                    <a:pt x="0" y="270"/>
                    <a:pt x="0" y="270"/>
                    <a:pt x="0" y="270"/>
                  </a:cubicBezTo>
                  <a:lnTo>
                    <a:pt x="0" y="283"/>
                  </a:lnTo>
                  <a:close/>
                </a:path>
              </a:pathLst>
            </a:custGeom>
            <a:grpFill/>
            <a:ln>
              <a:noFill/>
            </a:ln>
          </p:spPr>
          <p:txBody>
            <a:bodyPr vert="horz" wrap="square" lIns="91440" tIns="45720" rIns="91440" bIns="45720" numCol="1" anchor="t" anchorCtr="0" compatLnSpc="1"/>
            <a:lstStyle/>
            <a:p>
              <a:endParaRPr lang="zh-CN" altLang="en-US"/>
            </a:p>
          </p:txBody>
        </p:sp>
        <p:sp>
          <p:nvSpPr>
            <p:cNvPr id="29" name="Freeform 226"/>
            <p:cNvSpPr/>
            <p:nvPr>
              <p:custDataLst>
                <p:tags r:id="rId40"/>
              </p:custDataLst>
            </p:nvPr>
          </p:nvSpPr>
          <p:spPr bwMode="auto">
            <a:xfrm>
              <a:off x="6163271" y="3596998"/>
              <a:ext cx="728926" cy="261713"/>
            </a:xfrm>
            <a:custGeom>
              <a:avLst/>
              <a:gdLst>
                <a:gd name="T0" fmla="*/ 13 w 334"/>
                <a:gd name="T1" fmla="*/ 120 h 120"/>
                <a:gd name="T2" fmla="*/ 45 w 334"/>
                <a:gd name="T3" fmla="*/ 45 h 120"/>
                <a:gd name="T4" fmla="*/ 120 w 334"/>
                <a:gd name="T5" fmla="*/ 13 h 120"/>
                <a:gd name="T6" fmla="*/ 334 w 334"/>
                <a:gd name="T7" fmla="*/ 13 h 120"/>
                <a:gd name="T8" fmla="*/ 334 w 334"/>
                <a:gd name="T9" fmla="*/ 0 h 120"/>
                <a:gd name="T10" fmla="*/ 120 w 334"/>
                <a:gd name="T11" fmla="*/ 0 h 120"/>
                <a:gd name="T12" fmla="*/ 0 w 334"/>
                <a:gd name="T13" fmla="*/ 120 h 120"/>
                <a:gd name="T14" fmla="*/ 13 w 334"/>
                <a:gd name="T15" fmla="*/ 120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4" h="120">
                  <a:moveTo>
                    <a:pt x="13" y="120"/>
                  </a:moveTo>
                  <a:cubicBezTo>
                    <a:pt x="13" y="91"/>
                    <a:pt x="25" y="64"/>
                    <a:pt x="45" y="45"/>
                  </a:cubicBezTo>
                  <a:cubicBezTo>
                    <a:pt x="64" y="25"/>
                    <a:pt x="91" y="13"/>
                    <a:pt x="120" y="13"/>
                  </a:cubicBezTo>
                  <a:cubicBezTo>
                    <a:pt x="334" y="13"/>
                    <a:pt x="334" y="13"/>
                    <a:pt x="334" y="13"/>
                  </a:cubicBezTo>
                  <a:cubicBezTo>
                    <a:pt x="334" y="0"/>
                    <a:pt x="334" y="0"/>
                    <a:pt x="334" y="0"/>
                  </a:cubicBezTo>
                  <a:cubicBezTo>
                    <a:pt x="120" y="0"/>
                    <a:pt x="120" y="0"/>
                    <a:pt x="120" y="0"/>
                  </a:cubicBezTo>
                  <a:cubicBezTo>
                    <a:pt x="54" y="0"/>
                    <a:pt x="0" y="54"/>
                    <a:pt x="0" y="120"/>
                  </a:cubicBezTo>
                  <a:lnTo>
                    <a:pt x="13" y="120"/>
                  </a:lnTo>
                  <a:close/>
                </a:path>
              </a:pathLst>
            </a:custGeom>
            <a:grpFill/>
            <a:ln>
              <a:noFill/>
            </a:ln>
          </p:spPr>
          <p:txBody>
            <a:bodyPr vert="horz" wrap="square" lIns="91440" tIns="45720" rIns="91440" bIns="45720" numCol="1" anchor="t" anchorCtr="0" compatLnSpc="1"/>
            <a:lstStyle/>
            <a:p>
              <a:endParaRPr lang="zh-CN" altLang="en-US"/>
            </a:p>
          </p:txBody>
        </p:sp>
        <p:sp>
          <p:nvSpPr>
            <p:cNvPr id="30" name="Freeform 227"/>
            <p:cNvSpPr/>
            <p:nvPr>
              <p:custDataLst>
                <p:tags r:id="rId41"/>
              </p:custDataLst>
            </p:nvPr>
          </p:nvSpPr>
          <p:spPr bwMode="auto">
            <a:xfrm>
              <a:off x="6401025" y="5003243"/>
              <a:ext cx="571345" cy="457998"/>
            </a:xfrm>
            <a:custGeom>
              <a:avLst/>
              <a:gdLst>
                <a:gd name="T0" fmla="*/ 0 w 262"/>
                <a:gd name="T1" fmla="*/ 210 h 210"/>
                <a:gd name="T2" fmla="*/ 158 w 262"/>
                <a:gd name="T3" fmla="*/ 210 h 210"/>
                <a:gd name="T4" fmla="*/ 262 w 262"/>
                <a:gd name="T5" fmla="*/ 105 h 210"/>
                <a:gd name="T6" fmla="*/ 158 w 262"/>
                <a:gd name="T7" fmla="*/ 0 h 210"/>
                <a:gd name="T8" fmla="*/ 158 w 262"/>
                <a:gd name="T9" fmla="*/ 14 h 210"/>
                <a:gd name="T10" fmla="*/ 222 w 262"/>
                <a:gd name="T11" fmla="*/ 40 h 210"/>
                <a:gd name="T12" fmla="*/ 249 w 262"/>
                <a:gd name="T13" fmla="*/ 105 h 210"/>
                <a:gd name="T14" fmla="*/ 222 w 262"/>
                <a:gd name="T15" fmla="*/ 169 h 210"/>
                <a:gd name="T16" fmla="*/ 158 w 262"/>
                <a:gd name="T17" fmla="*/ 196 h 210"/>
                <a:gd name="T18" fmla="*/ 0 w 262"/>
                <a:gd name="T19" fmla="*/ 196 h 210"/>
                <a:gd name="T20" fmla="*/ 0 w 262"/>
                <a:gd name="T21"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2" h="210">
                  <a:moveTo>
                    <a:pt x="0" y="210"/>
                  </a:moveTo>
                  <a:cubicBezTo>
                    <a:pt x="158" y="210"/>
                    <a:pt x="158" y="210"/>
                    <a:pt x="158" y="210"/>
                  </a:cubicBezTo>
                  <a:cubicBezTo>
                    <a:pt x="215" y="210"/>
                    <a:pt x="262" y="163"/>
                    <a:pt x="262" y="105"/>
                  </a:cubicBezTo>
                  <a:cubicBezTo>
                    <a:pt x="262" y="47"/>
                    <a:pt x="215" y="0"/>
                    <a:pt x="158" y="0"/>
                  </a:cubicBezTo>
                  <a:cubicBezTo>
                    <a:pt x="158" y="14"/>
                    <a:pt x="158" y="14"/>
                    <a:pt x="158" y="14"/>
                  </a:cubicBezTo>
                  <a:cubicBezTo>
                    <a:pt x="183" y="14"/>
                    <a:pt x="206" y="24"/>
                    <a:pt x="222" y="40"/>
                  </a:cubicBezTo>
                  <a:cubicBezTo>
                    <a:pt x="239" y="57"/>
                    <a:pt x="249" y="80"/>
                    <a:pt x="249" y="105"/>
                  </a:cubicBezTo>
                  <a:cubicBezTo>
                    <a:pt x="249" y="130"/>
                    <a:pt x="239" y="153"/>
                    <a:pt x="222" y="169"/>
                  </a:cubicBezTo>
                  <a:cubicBezTo>
                    <a:pt x="206" y="186"/>
                    <a:pt x="183" y="196"/>
                    <a:pt x="158" y="196"/>
                  </a:cubicBezTo>
                  <a:cubicBezTo>
                    <a:pt x="0" y="196"/>
                    <a:pt x="0" y="196"/>
                    <a:pt x="0" y="196"/>
                  </a:cubicBezTo>
                  <a:lnTo>
                    <a:pt x="0" y="210"/>
                  </a:lnTo>
                  <a:close/>
                </a:path>
              </a:pathLst>
            </a:custGeom>
            <a:grpFill/>
            <a:ln>
              <a:noFill/>
            </a:ln>
          </p:spPr>
          <p:txBody>
            <a:bodyPr vert="horz" wrap="square" lIns="91440" tIns="45720" rIns="91440" bIns="45720" numCol="1" anchor="t" anchorCtr="0" compatLnSpc="1"/>
            <a:lstStyle/>
            <a:p>
              <a:endParaRPr lang="zh-CN" altLang="en-US"/>
            </a:p>
          </p:txBody>
        </p:sp>
        <p:sp>
          <p:nvSpPr>
            <p:cNvPr id="31" name="Freeform 228"/>
            <p:cNvSpPr/>
            <p:nvPr>
              <p:custDataLst>
                <p:tags r:id="rId42"/>
              </p:custDataLst>
            </p:nvPr>
          </p:nvSpPr>
          <p:spPr bwMode="auto">
            <a:xfrm>
              <a:off x="7037797" y="3197978"/>
              <a:ext cx="892035" cy="885585"/>
            </a:xfrm>
            <a:custGeom>
              <a:avLst/>
              <a:gdLst>
                <a:gd name="T0" fmla="*/ 0 w 409"/>
                <a:gd name="T1" fmla="*/ 406 h 406"/>
                <a:gd name="T2" fmla="*/ 207 w 409"/>
                <a:gd name="T3" fmla="*/ 406 h 406"/>
                <a:gd name="T4" fmla="*/ 409 w 409"/>
                <a:gd name="T5" fmla="*/ 203 h 406"/>
                <a:gd name="T6" fmla="*/ 207 w 409"/>
                <a:gd name="T7" fmla="*/ 0 h 406"/>
                <a:gd name="T8" fmla="*/ 144 w 409"/>
                <a:gd name="T9" fmla="*/ 0 h 406"/>
                <a:gd name="T10" fmla="*/ 144 w 409"/>
                <a:gd name="T11" fmla="*/ 14 h 406"/>
                <a:gd name="T12" fmla="*/ 207 w 409"/>
                <a:gd name="T13" fmla="*/ 14 h 406"/>
                <a:gd name="T14" fmla="*/ 340 w 409"/>
                <a:gd name="T15" fmla="*/ 69 h 406"/>
                <a:gd name="T16" fmla="*/ 396 w 409"/>
                <a:gd name="T17" fmla="*/ 203 h 406"/>
                <a:gd name="T18" fmla="*/ 340 w 409"/>
                <a:gd name="T19" fmla="*/ 337 h 406"/>
                <a:gd name="T20" fmla="*/ 207 w 409"/>
                <a:gd name="T21" fmla="*/ 392 h 406"/>
                <a:gd name="T22" fmla="*/ 0 w 409"/>
                <a:gd name="T23" fmla="*/ 392 h 406"/>
                <a:gd name="T24" fmla="*/ 0 w 409"/>
                <a:gd name="T25" fmla="*/ 406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9" h="406">
                  <a:moveTo>
                    <a:pt x="0" y="406"/>
                  </a:moveTo>
                  <a:cubicBezTo>
                    <a:pt x="207" y="406"/>
                    <a:pt x="207" y="406"/>
                    <a:pt x="207" y="406"/>
                  </a:cubicBezTo>
                  <a:cubicBezTo>
                    <a:pt x="319" y="406"/>
                    <a:pt x="409" y="315"/>
                    <a:pt x="409" y="203"/>
                  </a:cubicBezTo>
                  <a:cubicBezTo>
                    <a:pt x="409" y="91"/>
                    <a:pt x="319" y="0"/>
                    <a:pt x="207" y="0"/>
                  </a:cubicBezTo>
                  <a:cubicBezTo>
                    <a:pt x="144" y="0"/>
                    <a:pt x="144" y="0"/>
                    <a:pt x="144" y="0"/>
                  </a:cubicBezTo>
                  <a:cubicBezTo>
                    <a:pt x="144" y="14"/>
                    <a:pt x="144" y="14"/>
                    <a:pt x="144" y="14"/>
                  </a:cubicBezTo>
                  <a:cubicBezTo>
                    <a:pt x="207" y="14"/>
                    <a:pt x="207" y="14"/>
                    <a:pt x="207" y="14"/>
                  </a:cubicBezTo>
                  <a:cubicBezTo>
                    <a:pt x="259" y="14"/>
                    <a:pt x="306" y="35"/>
                    <a:pt x="340" y="69"/>
                  </a:cubicBezTo>
                  <a:cubicBezTo>
                    <a:pt x="375" y="103"/>
                    <a:pt x="396" y="151"/>
                    <a:pt x="396" y="203"/>
                  </a:cubicBezTo>
                  <a:cubicBezTo>
                    <a:pt x="396" y="255"/>
                    <a:pt x="375" y="302"/>
                    <a:pt x="340" y="337"/>
                  </a:cubicBezTo>
                  <a:cubicBezTo>
                    <a:pt x="306" y="371"/>
                    <a:pt x="259" y="392"/>
                    <a:pt x="207" y="392"/>
                  </a:cubicBezTo>
                  <a:cubicBezTo>
                    <a:pt x="0" y="392"/>
                    <a:pt x="0" y="392"/>
                    <a:pt x="0" y="392"/>
                  </a:cubicBezTo>
                  <a:lnTo>
                    <a:pt x="0" y="406"/>
                  </a:lnTo>
                  <a:close/>
                </a:path>
              </a:pathLst>
            </a:custGeom>
            <a:grpFill/>
            <a:ln>
              <a:noFill/>
            </a:ln>
          </p:spPr>
          <p:txBody>
            <a:bodyPr vert="horz" wrap="square" lIns="91440" tIns="45720" rIns="91440" bIns="45720" numCol="1" anchor="t" anchorCtr="0" compatLnSpc="1"/>
            <a:lstStyle/>
            <a:p>
              <a:endParaRPr lang="zh-CN" altLang="en-US"/>
            </a:p>
          </p:txBody>
        </p:sp>
        <p:sp>
          <p:nvSpPr>
            <p:cNvPr id="32" name="Oval 230"/>
            <p:cNvSpPr>
              <a:spLocks noChangeArrowheads="1"/>
            </p:cNvSpPr>
            <p:nvPr>
              <p:custDataLst>
                <p:tags r:id="rId43"/>
              </p:custDataLst>
            </p:nvPr>
          </p:nvSpPr>
          <p:spPr bwMode="auto">
            <a:xfrm>
              <a:off x="6555841" y="4085405"/>
              <a:ext cx="102289" cy="102289"/>
            </a:xfrm>
            <a:prstGeom prst="ellipse">
              <a:avLst/>
            </a:prstGeom>
            <a:grpFill/>
            <a:ln>
              <a:noFill/>
            </a:ln>
          </p:spPr>
          <p:txBody>
            <a:bodyPr vert="horz" wrap="square" lIns="91440" tIns="45720" rIns="91440" bIns="45720" numCol="1" anchor="t" anchorCtr="0" compatLnSpc="1"/>
            <a:lstStyle/>
            <a:p>
              <a:endParaRPr lang="zh-CN" altLang="en-US"/>
            </a:p>
          </p:txBody>
        </p:sp>
        <p:sp>
          <p:nvSpPr>
            <p:cNvPr id="33" name="Oval 231"/>
            <p:cNvSpPr>
              <a:spLocks noChangeArrowheads="1"/>
            </p:cNvSpPr>
            <p:nvPr>
              <p:custDataLst>
                <p:tags r:id="rId44"/>
              </p:custDataLst>
            </p:nvPr>
          </p:nvSpPr>
          <p:spPr bwMode="auto">
            <a:xfrm>
              <a:off x="7305961" y="3162960"/>
              <a:ext cx="100446" cy="100446"/>
            </a:xfrm>
            <a:prstGeom prst="ellipse">
              <a:avLst/>
            </a:prstGeom>
            <a:grpFill/>
            <a:ln>
              <a:noFill/>
            </a:ln>
          </p:spPr>
          <p:txBody>
            <a:bodyPr vert="horz" wrap="square" lIns="91440" tIns="45720" rIns="91440" bIns="45720" numCol="1" anchor="t" anchorCtr="0" compatLnSpc="1"/>
            <a:lstStyle/>
            <a:p>
              <a:endParaRPr lang="zh-CN" altLang="en-US"/>
            </a:p>
          </p:txBody>
        </p:sp>
        <p:sp>
          <p:nvSpPr>
            <p:cNvPr id="34" name="Oval 232"/>
            <p:cNvSpPr>
              <a:spLocks noChangeArrowheads="1"/>
            </p:cNvSpPr>
            <p:nvPr>
              <p:custDataLst>
                <p:tags r:id="rId45"/>
              </p:custDataLst>
            </p:nvPr>
          </p:nvSpPr>
          <p:spPr bwMode="auto">
            <a:xfrm>
              <a:off x="6972370" y="3119648"/>
              <a:ext cx="100446" cy="102289"/>
            </a:xfrm>
            <a:prstGeom prst="ellipse">
              <a:avLst/>
            </a:prstGeom>
            <a:grpFill/>
            <a:ln>
              <a:noFill/>
            </a:ln>
          </p:spPr>
          <p:txBody>
            <a:bodyPr vert="horz" wrap="square" lIns="91440" tIns="45720" rIns="91440" bIns="45720" numCol="1" anchor="t" anchorCtr="0" compatLnSpc="1"/>
            <a:lstStyle/>
            <a:p>
              <a:endParaRPr lang="zh-CN" altLang="en-US"/>
            </a:p>
          </p:txBody>
        </p:sp>
        <p:sp>
          <p:nvSpPr>
            <p:cNvPr id="36" name="Oval 233"/>
            <p:cNvSpPr>
              <a:spLocks noChangeArrowheads="1"/>
            </p:cNvSpPr>
            <p:nvPr>
              <p:custDataLst>
                <p:tags r:id="rId46"/>
              </p:custDataLst>
            </p:nvPr>
          </p:nvSpPr>
          <p:spPr bwMode="auto">
            <a:xfrm>
              <a:off x="7005544" y="4018134"/>
              <a:ext cx="102289" cy="100446"/>
            </a:xfrm>
            <a:prstGeom prst="ellipse">
              <a:avLst/>
            </a:prstGeom>
            <a:grpFill/>
            <a:ln>
              <a:noFill/>
            </a:ln>
          </p:spPr>
          <p:txBody>
            <a:bodyPr vert="horz" wrap="square" lIns="91440" tIns="45720" rIns="91440" bIns="45720" numCol="1" anchor="t" anchorCtr="0" compatLnSpc="1"/>
            <a:lstStyle/>
            <a:p>
              <a:endParaRPr lang="zh-CN" altLang="en-US"/>
            </a:p>
          </p:txBody>
        </p:sp>
        <p:sp>
          <p:nvSpPr>
            <p:cNvPr id="37" name="Oval 234"/>
            <p:cNvSpPr>
              <a:spLocks noChangeArrowheads="1"/>
            </p:cNvSpPr>
            <p:nvPr>
              <p:custDataLst>
                <p:tags r:id="rId47"/>
              </p:custDataLst>
            </p:nvPr>
          </p:nvSpPr>
          <p:spPr bwMode="auto">
            <a:xfrm>
              <a:off x="6327303" y="2894797"/>
              <a:ext cx="100446" cy="102289"/>
            </a:xfrm>
            <a:prstGeom prst="ellipse">
              <a:avLst/>
            </a:prstGeom>
            <a:grpFill/>
            <a:ln>
              <a:noFill/>
            </a:ln>
          </p:spPr>
          <p:txBody>
            <a:bodyPr vert="horz" wrap="square" lIns="91440" tIns="45720" rIns="91440" bIns="45720" numCol="1" anchor="t" anchorCtr="0" compatLnSpc="1"/>
            <a:lstStyle/>
            <a:p>
              <a:endParaRPr lang="zh-CN" altLang="en-US"/>
            </a:p>
          </p:txBody>
        </p:sp>
        <p:sp>
          <p:nvSpPr>
            <p:cNvPr id="38" name="Oval 235"/>
            <p:cNvSpPr>
              <a:spLocks noChangeArrowheads="1"/>
            </p:cNvSpPr>
            <p:nvPr>
              <p:custDataLst>
                <p:tags r:id="rId48"/>
              </p:custDataLst>
            </p:nvPr>
          </p:nvSpPr>
          <p:spPr bwMode="auto">
            <a:xfrm>
              <a:off x="6126410" y="5984666"/>
              <a:ext cx="102289" cy="102289"/>
            </a:xfrm>
            <a:prstGeom prst="ellipse">
              <a:avLst/>
            </a:prstGeom>
            <a:grpFill/>
            <a:ln>
              <a:noFill/>
            </a:ln>
          </p:spPr>
          <p:txBody>
            <a:bodyPr vert="horz" wrap="square" lIns="91440" tIns="45720" rIns="91440" bIns="45720" numCol="1" anchor="t" anchorCtr="0" compatLnSpc="1"/>
            <a:lstStyle/>
            <a:p>
              <a:endParaRPr lang="zh-CN" altLang="en-US"/>
            </a:p>
          </p:txBody>
        </p:sp>
        <p:sp>
          <p:nvSpPr>
            <p:cNvPr id="39" name="Oval 236"/>
            <p:cNvSpPr>
              <a:spLocks noChangeArrowheads="1"/>
            </p:cNvSpPr>
            <p:nvPr>
              <p:custDataLst>
                <p:tags r:id="rId49"/>
              </p:custDataLst>
            </p:nvPr>
          </p:nvSpPr>
          <p:spPr bwMode="auto">
            <a:xfrm>
              <a:off x="6606524" y="2234064"/>
              <a:ext cx="102289" cy="103211"/>
            </a:xfrm>
            <a:prstGeom prst="ellipse">
              <a:avLst/>
            </a:prstGeom>
            <a:grpFill/>
            <a:ln>
              <a:noFill/>
            </a:ln>
          </p:spPr>
          <p:txBody>
            <a:bodyPr vert="horz" wrap="square" lIns="91440" tIns="45720" rIns="91440" bIns="45720" numCol="1" anchor="t" anchorCtr="0" compatLnSpc="1"/>
            <a:lstStyle/>
            <a:p>
              <a:endParaRPr lang="zh-CN" altLang="en-US"/>
            </a:p>
          </p:txBody>
        </p:sp>
        <p:sp>
          <p:nvSpPr>
            <p:cNvPr id="40" name="Oval 237"/>
            <p:cNvSpPr>
              <a:spLocks noChangeArrowheads="1"/>
            </p:cNvSpPr>
            <p:nvPr>
              <p:custDataLst>
                <p:tags r:id="rId50"/>
              </p:custDataLst>
            </p:nvPr>
          </p:nvSpPr>
          <p:spPr bwMode="auto">
            <a:xfrm>
              <a:off x="6351262" y="5395813"/>
              <a:ext cx="102289" cy="100446"/>
            </a:xfrm>
            <a:prstGeom prst="ellipse">
              <a:avLst/>
            </a:prstGeom>
            <a:grpFill/>
            <a:ln>
              <a:noFill/>
            </a:ln>
          </p:spPr>
          <p:txBody>
            <a:bodyPr vert="horz" wrap="square" lIns="91440" tIns="45720" rIns="91440" bIns="45720" numCol="1" anchor="t" anchorCtr="0" compatLnSpc="1"/>
            <a:lstStyle/>
            <a:p>
              <a:endParaRPr lang="zh-CN" altLang="en-US"/>
            </a:p>
          </p:txBody>
        </p:sp>
        <p:sp>
          <p:nvSpPr>
            <p:cNvPr id="41" name="Oval 238"/>
            <p:cNvSpPr>
              <a:spLocks noChangeArrowheads="1"/>
            </p:cNvSpPr>
            <p:nvPr>
              <p:custDataLst>
                <p:tags r:id="rId51"/>
              </p:custDataLst>
            </p:nvPr>
          </p:nvSpPr>
          <p:spPr bwMode="auto">
            <a:xfrm>
              <a:off x="6695912" y="4968225"/>
              <a:ext cx="102289" cy="100446"/>
            </a:xfrm>
            <a:prstGeom prst="ellipse">
              <a:avLst/>
            </a:prstGeom>
            <a:grpFill/>
            <a:ln>
              <a:noFill/>
            </a:ln>
          </p:spPr>
          <p:txBody>
            <a:bodyPr vert="horz" wrap="square" lIns="91440" tIns="45720" rIns="91440" bIns="45720" numCol="1" anchor="t" anchorCtr="0" compatLnSpc="1"/>
            <a:lstStyle/>
            <a:p>
              <a:endParaRPr lang="zh-CN" altLang="en-US"/>
            </a:p>
          </p:txBody>
        </p:sp>
        <p:sp>
          <p:nvSpPr>
            <p:cNvPr id="42" name="Oval 239"/>
            <p:cNvSpPr>
              <a:spLocks noChangeArrowheads="1"/>
            </p:cNvSpPr>
            <p:nvPr>
              <p:custDataLst>
                <p:tags r:id="rId52"/>
              </p:custDataLst>
            </p:nvPr>
          </p:nvSpPr>
          <p:spPr bwMode="auto">
            <a:xfrm>
              <a:off x="5513596" y="4085405"/>
              <a:ext cx="102289" cy="102289"/>
            </a:xfrm>
            <a:prstGeom prst="ellipse">
              <a:avLst/>
            </a:prstGeom>
            <a:grpFill/>
            <a:ln>
              <a:noFill/>
            </a:ln>
          </p:spPr>
          <p:txBody>
            <a:bodyPr vert="horz" wrap="square" lIns="91440" tIns="45720" rIns="91440" bIns="45720" numCol="1" anchor="t" anchorCtr="0" compatLnSpc="1"/>
            <a:lstStyle/>
            <a:p>
              <a:endParaRPr lang="zh-CN" altLang="en-US"/>
            </a:p>
          </p:txBody>
        </p:sp>
        <p:sp>
          <p:nvSpPr>
            <p:cNvPr id="43" name="Oval 240"/>
            <p:cNvSpPr>
              <a:spLocks noChangeArrowheads="1"/>
            </p:cNvSpPr>
            <p:nvPr>
              <p:custDataLst>
                <p:tags r:id="rId53"/>
              </p:custDataLst>
            </p:nvPr>
          </p:nvSpPr>
          <p:spPr bwMode="auto">
            <a:xfrm>
              <a:off x="5173554" y="4968225"/>
              <a:ext cx="102289" cy="100446"/>
            </a:xfrm>
            <a:prstGeom prst="ellipse">
              <a:avLst/>
            </a:prstGeom>
            <a:grpFill/>
            <a:ln>
              <a:noFill/>
            </a:ln>
          </p:spPr>
          <p:txBody>
            <a:bodyPr vert="horz" wrap="square" lIns="91440" tIns="45720" rIns="91440" bIns="45720" numCol="1" anchor="t" anchorCtr="0" compatLnSpc="1"/>
            <a:lstStyle/>
            <a:p>
              <a:endParaRPr lang="zh-CN" altLang="en-US"/>
            </a:p>
          </p:txBody>
        </p:sp>
        <p:sp>
          <p:nvSpPr>
            <p:cNvPr id="44" name="Oval 241"/>
            <p:cNvSpPr>
              <a:spLocks noChangeArrowheads="1"/>
            </p:cNvSpPr>
            <p:nvPr>
              <p:custDataLst>
                <p:tags r:id="rId54"/>
              </p:custDataLst>
            </p:nvPr>
          </p:nvSpPr>
          <p:spPr bwMode="auto">
            <a:xfrm>
              <a:off x="5849031" y="5171882"/>
              <a:ext cx="103211" cy="102289"/>
            </a:xfrm>
            <a:prstGeom prst="ellipse">
              <a:avLst/>
            </a:prstGeom>
            <a:grpFill/>
            <a:ln>
              <a:noFill/>
            </a:ln>
          </p:spPr>
          <p:txBody>
            <a:bodyPr vert="horz" wrap="square" lIns="91440" tIns="45720" rIns="91440" bIns="45720" numCol="1" anchor="t" anchorCtr="0" compatLnSpc="1"/>
            <a:lstStyle/>
            <a:p>
              <a:endParaRPr lang="zh-CN" altLang="en-US"/>
            </a:p>
          </p:txBody>
        </p:sp>
        <p:sp>
          <p:nvSpPr>
            <p:cNvPr id="45" name="Oval 242"/>
            <p:cNvSpPr>
              <a:spLocks noChangeArrowheads="1"/>
            </p:cNvSpPr>
            <p:nvPr>
              <p:custDataLst>
                <p:tags r:id="rId55"/>
              </p:custDataLst>
            </p:nvPr>
          </p:nvSpPr>
          <p:spPr bwMode="auto">
            <a:xfrm>
              <a:off x="5081402" y="4018134"/>
              <a:ext cx="102289" cy="100446"/>
            </a:xfrm>
            <a:prstGeom prst="ellipse">
              <a:avLst/>
            </a:prstGeom>
            <a:grpFill/>
            <a:ln>
              <a:noFill/>
            </a:ln>
          </p:spPr>
          <p:txBody>
            <a:bodyPr vert="horz" wrap="square" lIns="91440" tIns="45720" rIns="91440" bIns="45720" numCol="1" anchor="t" anchorCtr="0" compatLnSpc="1"/>
            <a:lstStyle/>
            <a:p>
              <a:endParaRPr lang="zh-CN" altLang="en-US"/>
            </a:p>
          </p:txBody>
        </p:sp>
        <p:sp>
          <p:nvSpPr>
            <p:cNvPr id="46" name="Oval 243"/>
            <p:cNvSpPr>
              <a:spLocks noChangeArrowheads="1"/>
            </p:cNvSpPr>
            <p:nvPr>
              <p:custDataLst>
                <p:tags r:id="rId56"/>
              </p:custDataLst>
            </p:nvPr>
          </p:nvSpPr>
          <p:spPr bwMode="auto">
            <a:xfrm>
              <a:off x="4760711" y="3162960"/>
              <a:ext cx="100446" cy="100446"/>
            </a:xfrm>
            <a:prstGeom prst="ellipse">
              <a:avLst/>
            </a:prstGeom>
            <a:grpFill/>
            <a:ln>
              <a:noFill/>
            </a:ln>
          </p:spPr>
          <p:txBody>
            <a:bodyPr vert="horz" wrap="square" lIns="91440" tIns="45720" rIns="91440" bIns="45720" numCol="1" anchor="t" anchorCtr="0" compatLnSpc="1"/>
            <a:lstStyle/>
            <a:p>
              <a:endParaRPr lang="zh-CN" altLang="en-US"/>
            </a:p>
          </p:txBody>
        </p:sp>
        <p:sp>
          <p:nvSpPr>
            <p:cNvPr id="47" name="Oval 244"/>
            <p:cNvSpPr>
              <a:spLocks noChangeArrowheads="1"/>
            </p:cNvSpPr>
            <p:nvPr>
              <p:custDataLst>
                <p:tags r:id="rId57"/>
              </p:custDataLst>
            </p:nvPr>
          </p:nvSpPr>
          <p:spPr bwMode="auto">
            <a:xfrm>
              <a:off x="5943027" y="5614213"/>
              <a:ext cx="100446" cy="102289"/>
            </a:xfrm>
            <a:prstGeom prst="ellipse">
              <a:avLst/>
            </a:prstGeom>
            <a:grpFill/>
            <a:ln>
              <a:noFill/>
            </a:ln>
          </p:spPr>
          <p:txBody>
            <a:bodyPr vert="horz" wrap="square" lIns="91440" tIns="45720" rIns="91440" bIns="45720" numCol="1" anchor="t" anchorCtr="0" compatLnSpc="1"/>
            <a:lstStyle/>
            <a:p>
              <a:endParaRPr lang="zh-CN" altLang="en-US"/>
            </a:p>
          </p:txBody>
        </p:sp>
        <p:sp>
          <p:nvSpPr>
            <p:cNvPr id="48" name="Oval 245"/>
            <p:cNvSpPr>
              <a:spLocks noChangeArrowheads="1"/>
            </p:cNvSpPr>
            <p:nvPr>
              <p:custDataLst>
                <p:tags r:id="rId58"/>
              </p:custDataLst>
            </p:nvPr>
          </p:nvSpPr>
          <p:spPr bwMode="auto">
            <a:xfrm>
              <a:off x="5081402" y="3113197"/>
              <a:ext cx="102289" cy="100446"/>
            </a:xfrm>
            <a:prstGeom prst="ellipse">
              <a:avLst/>
            </a:prstGeom>
            <a:grpFill/>
            <a:ln>
              <a:noFill/>
            </a:ln>
          </p:spPr>
          <p:txBody>
            <a:bodyPr vert="horz" wrap="square" lIns="91440" tIns="45720" rIns="91440" bIns="45720" numCol="1" anchor="t" anchorCtr="0" compatLnSpc="1"/>
            <a:lstStyle/>
            <a:p>
              <a:endParaRPr lang="zh-CN" altLang="en-US"/>
            </a:p>
          </p:txBody>
        </p:sp>
        <p:sp>
          <p:nvSpPr>
            <p:cNvPr id="49" name="Oval 246"/>
            <p:cNvSpPr>
              <a:spLocks noChangeArrowheads="1"/>
            </p:cNvSpPr>
            <p:nvPr>
              <p:custDataLst>
                <p:tags r:id="rId59"/>
              </p:custDataLst>
            </p:nvPr>
          </p:nvSpPr>
          <p:spPr bwMode="auto">
            <a:xfrm>
              <a:off x="5432502" y="3145451"/>
              <a:ext cx="103211" cy="100446"/>
            </a:xfrm>
            <a:prstGeom prst="ellipse">
              <a:avLst/>
            </a:prstGeom>
            <a:grpFill/>
            <a:ln>
              <a:noFill/>
            </a:ln>
          </p:spPr>
          <p:txBody>
            <a:bodyPr vert="horz" wrap="square" lIns="91440" tIns="45720" rIns="91440" bIns="45720" numCol="1" anchor="t" anchorCtr="0" compatLnSpc="1"/>
            <a:lstStyle/>
            <a:p>
              <a:endParaRPr lang="zh-CN" altLang="en-US"/>
            </a:p>
          </p:txBody>
        </p:sp>
        <p:sp>
          <p:nvSpPr>
            <p:cNvPr id="50" name="Oval 247"/>
            <p:cNvSpPr>
              <a:spLocks noChangeArrowheads="1"/>
            </p:cNvSpPr>
            <p:nvPr>
              <p:custDataLst>
                <p:tags r:id="rId60"/>
              </p:custDataLst>
            </p:nvPr>
          </p:nvSpPr>
          <p:spPr bwMode="auto">
            <a:xfrm>
              <a:off x="5462913" y="2234064"/>
              <a:ext cx="100446" cy="103211"/>
            </a:xfrm>
            <a:prstGeom prst="ellipse">
              <a:avLst/>
            </a:prstGeom>
            <a:grpFill/>
            <a:ln>
              <a:noFill/>
            </a:ln>
          </p:spPr>
          <p:txBody>
            <a:bodyPr vert="horz" wrap="square" lIns="91440" tIns="45720" rIns="91440" bIns="45720" numCol="1" anchor="t" anchorCtr="0" compatLnSpc="1"/>
            <a:lstStyle/>
            <a:p>
              <a:endParaRPr lang="zh-CN" altLang="en-US"/>
            </a:p>
          </p:txBody>
        </p:sp>
        <p:grpSp>
          <p:nvGrpSpPr>
            <p:cNvPr id="51" name="组合 50"/>
            <p:cNvGrpSpPr/>
            <p:nvPr/>
          </p:nvGrpSpPr>
          <p:grpSpPr>
            <a:xfrm>
              <a:off x="5371682" y="4735080"/>
              <a:ext cx="462605" cy="464447"/>
              <a:chOff x="5371682" y="4735080"/>
              <a:chExt cx="462605" cy="464447"/>
            </a:xfrm>
            <a:grpFill/>
          </p:grpSpPr>
          <p:sp>
            <p:nvSpPr>
              <p:cNvPr id="63" name="Freeform 309"/>
              <p:cNvSpPr>
                <a:spLocks noEditPoints="1"/>
              </p:cNvSpPr>
              <p:nvPr>
                <p:custDataLst>
                  <p:tags r:id="rId69"/>
                </p:custDataLst>
              </p:nvPr>
            </p:nvSpPr>
            <p:spPr bwMode="auto">
              <a:xfrm>
                <a:off x="5478579" y="4835526"/>
                <a:ext cx="246047" cy="296731"/>
              </a:xfrm>
              <a:custGeom>
                <a:avLst/>
                <a:gdLst>
                  <a:gd name="T0" fmla="*/ 83 w 113"/>
                  <a:gd name="T1" fmla="*/ 136 h 136"/>
                  <a:gd name="T2" fmla="*/ 83 w 113"/>
                  <a:gd name="T3" fmla="*/ 136 h 136"/>
                  <a:gd name="T4" fmla="*/ 30 w 113"/>
                  <a:gd name="T5" fmla="*/ 136 h 136"/>
                  <a:gd name="T6" fmla="*/ 25 w 113"/>
                  <a:gd name="T7" fmla="*/ 131 h 136"/>
                  <a:gd name="T8" fmla="*/ 25 w 113"/>
                  <a:gd name="T9" fmla="*/ 130 h 136"/>
                  <a:gd name="T10" fmla="*/ 22 w 113"/>
                  <a:gd name="T11" fmla="*/ 111 h 136"/>
                  <a:gd name="T12" fmla="*/ 0 w 113"/>
                  <a:gd name="T13" fmla="*/ 57 h 136"/>
                  <a:gd name="T14" fmla="*/ 57 w 113"/>
                  <a:gd name="T15" fmla="*/ 0 h 136"/>
                  <a:gd name="T16" fmla="*/ 113 w 113"/>
                  <a:gd name="T17" fmla="*/ 57 h 136"/>
                  <a:gd name="T18" fmla="*/ 92 w 113"/>
                  <a:gd name="T19" fmla="*/ 111 h 136"/>
                  <a:gd name="T20" fmla="*/ 88 w 113"/>
                  <a:gd name="T21" fmla="*/ 130 h 136"/>
                  <a:gd name="T22" fmla="*/ 88 w 113"/>
                  <a:gd name="T23" fmla="*/ 131 h 136"/>
                  <a:gd name="T24" fmla="*/ 83 w 113"/>
                  <a:gd name="T25" fmla="*/ 136 h 136"/>
                  <a:gd name="T26" fmla="*/ 30 w 113"/>
                  <a:gd name="T27" fmla="*/ 126 h 136"/>
                  <a:gd name="T28" fmla="*/ 25 w 113"/>
                  <a:gd name="T29" fmla="*/ 130 h 136"/>
                  <a:gd name="T30" fmla="*/ 30 w 113"/>
                  <a:gd name="T31" fmla="*/ 126 h 136"/>
                  <a:gd name="T32" fmla="*/ 84 w 113"/>
                  <a:gd name="T33" fmla="*/ 126 h 136"/>
                  <a:gd name="T34" fmla="*/ 86 w 113"/>
                  <a:gd name="T35" fmla="*/ 127 h 136"/>
                  <a:gd name="T36" fmla="*/ 84 w 113"/>
                  <a:gd name="T37" fmla="*/ 126 h 136"/>
                  <a:gd name="T38" fmla="*/ 35 w 113"/>
                  <a:gd name="T39" fmla="*/ 126 h 136"/>
                  <a:gd name="T40" fmla="*/ 78 w 113"/>
                  <a:gd name="T41" fmla="*/ 126 h 136"/>
                  <a:gd name="T42" fmla="*/ 78 w 113"/>
                  <a:gd name="T43" fmla="*/ 122 h 136"/>
                  <a:gd name="T44" fmla="*/ 84 w 113"/>
                  <a:gd name="T45" fmla="*/ 105 h 136"/>
                  <a:gd name="T46" fmla="*/ 104 w 113"/>
                  <a:gd name="T47" fmla="*/ 57 h 136"/>
                  <a:gd name="T48" fmla="*/ 57 w 113"/>
                  <a:gd name="T49" fmla="*/ 10 h 136"/>
                  <a:gd name="T50" fmla="*/ 10 w 113"/>
                  <a:gd name="T51" fmla="*/ 57 h 136"/>
                  <a:gd name="T52" fmla="*/ 29 w 113"/>
                  <a:gd name="T53" fmla="*/ 105 h 136"/>
                  <a:gd name="T54" fmla="*/ 35 w 113"/>
                  <a:gd name="T55" fmla="*/ 122 h 136"/>
                  <a:gd name="T56" fmla="*/ 35 w 113"/>
                  <a:gd name="T57" fmla="*/ 126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 h="136">
                    <a:moveTo>
                      <a:pt x="83" y="136"/>
                    </a:moveTo>
                    <a:cubicBezTo>
                      <a:pt x="83" y="136"/>
                      <a:pt x="83" y="136"/>
                      <a:pt x="83" y="136"/>
                    </a:cubicBezTo>
                    <a:cubicBezTo>
                      <a:pt x="30" y="136"/>
                      <a:pt x="30" y="136"/>
                      <a:pt x="30" y="136"/>
                    </a:cubicBezTo>
                    <a:cubicBezTo>
                      <a:pt x="27" y="136"/>
                      <a:pt x="25" y="133"/>
                      <a:pt x="25" y="131"/>
                    </a:cubicBezTo>
                    <a:cubicBezTo>
                      <a:pt x="25" y="130"/>
                      <a:pt x="25" y="130"/>
                      <a:pt x="25" y="130"/>
                    </a:cubicBezTo>
                    <a:cubicBezTo>
                      <a:pt x="25" y="127"/>
                      <a:pt x="25" y="116"/>
                      <a:pt x="22" y="111"/>
                    </a:cubicBezTo>
                    <a:cubicBezTo>
                      <a:pt x="0" y="84"/>
                      <a:pt x="0" y="57"/>
                      <a:pt x="0" y="57"/>
                    </a:cubicBezTo>
                    <a:cubicBezTo>
                      <a:pt x="0" y="26"/>
                      <a:pt x="25" y="0"/>
                      <a:pt x="57" y="0"/>
                    </a:cubicBezTo>
                    <a:cubicBezTo>
                      <a:pt x="88" y="0"/>
                      <a:pt x="113" y="26"/>
                      <a:pt x="113" y="57"/>
                    </a:cubicBezTo>
                    <a:cubicBezTo>
                      <a:pt x="113" y="57"/>
                      <a:pt x="113" y="84"/>
                      <a:pt x="92" y="111"/>
                    </a:cubicBezTo>
                    <a:cubicBezTo>
                      <a:pt x="88" y="116"/>
                      <a:pt x="88" y="127"/>
                      <a:pt x="88" y="130"/>
                    </a:cubicBezTo>
                    <a:cubicBezTo>
                      <a:pt x="88" y="131"/>
                      <a:pt x="88" y="131"/>
                      <a:pt x="88" y="131"/>
                    </a:cubicBezTo>
                    <a:cubicBezTo>
                      <a:pt x="88" y="133"/>
                      <a:pt x="86" y="136"/>
                      <a:pt x="83" y="136"/>
                    </a:cubicBezTo>
                    <a:close/>
                    <a:moveTo>
                      <a:pt x="30" y="126"/>
                    </a:moveTo>
                    <a:cubicBezTo>
                      <a:pt x="27" y="126"/>
                      <a:pt x="25" y="128"/>
                      <a:pt x="25" y="130"/>
                    </a:cubicBezTo>
                    <a:cubicBezTo>
                      <a:pt x="26" y="128"/>
                      <a:pt x="28" y="126"/>
                      <a:pt x="30" y="126"/>
                    </a:cubicBezTo>
                    <a:close/>
                    <a:moveTo>
                      <a:pt x="84" y="126"/>
                    </a:moveTo>
                    <a:cubicBezTo>
                      <a:pt x="85" y="126"/>
                      <a:pt x="85" y="126"/>
                      <a:pt x="86" y="127"/>
                    </a:cubicBezTo>
                    <a:cubicBezTo>
                      <a:pt x="85" y="126"/>
                      <a:pt x="85" y="126"/>
                      <a:pt x="84" y="126"/>
                    </a:cubicBezTo>
                    <a:close/>
                    <a:moveTo>
                      <a:pt x="35" y="126"/>
                    </a:moveTo>
                    <a:cubicBezTo>
                      <a:pt x="78" y="126"/>
                      <a:pt x="78" y="126"/>
                      <a:pt x="78" y="126"/>
                    </a:cubicBezTo>
                    <a:cubicBezTo>
                      <a:pt x="78" y="124"/>
                      <a:pt x="78" y="122"/>
                      <a:pt x="78" y="122"/>
                    </a:cubicBezTo>
                    <a:cubicBezTo>
                      <a:pt x="79" y="114"/>
                      <a:pt x="81" y="109"/>
                      <a:pt x="84" y="105"/>
                    </a:cubicBezTo>
                    <a:cubicBezTo>
                      <a:pt x="103" y="80"/>
                      <a:pt x="104" y="57"/>
                      <a:pt x="104" y="57"/>
                    </a:cubicBezTo>
                    <a:cubicBezTo>
                      <a:pt x="104" y="31"/>
                      <a:pt x="82" y="10"/>
                      <a:pt x="57" y="10"/>
                    </a:cubicBezTo>
                    <a:cubicBezTo>
                      <a:pt x="31" y="10"/>
                      <a:pt x="10" y="31"/>
                      <a:pt x="10" y="57"/>
                    </a:cubicBezTo>
                    <a:cubicBezTo>
                      <a:pt x="10" y="57"/>
                      <a:pt x="10" y="80"/>
                      <a:pt x="29" y="105"/>
                    </a:cubicBezTo>
                    <a:cubicBezTo>
                      <a:pt x="32" y="109"/>
                      <a:pt x="34" y="114"/>
                      <a:pt x="35" y="122"/>
                    </a:cubicBezTo>
                    <a:cubicBezTo>
                      <a:pt x="35" y="122"/>
                      <a:pt x="35" y="124"/>
                      <a:pt x="35" y="126"/>
                    </a:cubicBezTo>
                    <a:close/>
                  </a:path>
                </a:pathLst>
              </a:custGeom>
              <a:grpFill/>
              <a:ln>
                <a:noFill/>
              </a:ln>
            </p:spPr>
            <p:txBody>
              <a:bodyPr vert="horz" wrap="square" lIns="91440" tIns="45720" rIns="91440" bIns="45720" numCol="1" anchor="t" anchorCtr="0" compatLnSpc="1"/>
              <a:lstStyle/>
              <a:p>
                <a:endParaRPr lang="zh-CN" altLang="en-US"/>
              </a:p>
            </p:txBody>
          </p:sp>
          <p:sp>
            <p:nvSpPr>
              <p:cNvPr id="64" name="任意多边形 86"/>
              <p:cNvSpPr/>
              <p:nvPr>
                <p:custDataLst>
                  <p:tags r:id="rId70"/>
                </p:custDataLst>
              </p:nvPr>
            </p:nvSpPr>
            <p:spPr bwMode="auto">
              <a:xfrm>
                <a:off x="5371682" y="4735080"/>
                <a:ext cx="462605" cy="464447"/>
              </a:xfrm>
              <a:custGeom>
                <a:avLst/>
                <a:gdLst>
                  <a:gd name="connsiteX0" fmla="*/ 185067 w 462605"/>
                  <a:gd name="connsiteY0" fmla="*/ 421135 h 464447"/>
                  <a:gd name="connsiteX1" fmla="*/ 276617 w 462605"/>
                  <a:gd name="connsiteY1" fmla="*/ 421135 h 464447"/>
                  <a:gd name="connsiteX2" fmla="*/ 287516 w 462605"/>
                  <a:gd name="connsiteY2" fmla="*/ 432193 h 464447"/>
                  <a:gd name="connsiteX3" fmla="*/ 276617 w 462605"/>
                  <a:gd name="connsiteY3" fmla="*/ 443252 h 464447"/>
                  <a:gd name="connsiteX4" fmla="*/ 261902 w 462605"/>
                  <a:gd name="connsiteY4" fmla="*/ 443252 h 464447"/>
                  <a:gd name="connsiteX5" fmla="*/ 272771 w 462605"/>
                  <a:gd name="connsiteY5" fmla="*/ 453850 h 464447"/>
                  <a:gd name="connsiteX6" fmla="*/ 261902 w 462605"/>
                  <a:gd name="connsiteY6" fmla="*/ 464447 h 464447"/>
                  <a:gd name="connsiteX7" fmla="*/ 198860 w 462605"/>
                  <a:gd name="connsiteY7" fmla="*/ 464447 h 464447"/>
                  <a:gd name="connsiteX8" fmla="*/ 187991 w 462605"/>
                  <a:gd name="connsiteY8" fmla="*/ 453850 h 464447"/>
                  <a:gd name="connsiteX9" fmla="*/ 198860 w 462605"/>
                  <a:gd name="connsiteY9" fmla="*/ 443252 h 464447"/>
                  <a:gd name="connsiteX10" fmla="*/ 196511 w 462605"/>
                  <a:gd name="connsiteY10" fmla="*/ 443252 h 464447"/>
                  <a:gd name="connsiteX11" fmla="*/ 185067 w 462605"/>
                  <a:gd name="connsiteY11" fmla="*/ 443252 h 464447"/>
                  <a:gd name="connsiteX12" fmla="*/ 174168 w 462605"/>
                  <a:gd name="connsiteY12" fmla="*/ 432193 h 464447"/>
                  <a:gd name="connsiteX13" fmla="*/ 185067 w 462605"/>
                  <a:gd name="connsiteY13" fmla="*/ 421135 h 464447"/>
                  <a:gd name="connsiteX14" fmla="*/ 176807 w 462605"/>
                  <a:gd name="connsiteY14" fmla="*/ 397176 h 464447"/>
                  <a:gd name="connsiteX15" fmla="*/ 283954 w 462605"/>
                  <a:gd name="connsiteY15" fmla="*/ 397176 h 464447"/>
                  <a:gd name="connsiteX16" fmla="*/ 294887 w 462605"/>
                  <a:gd name="connsiteY16" fmla="*/ 408234 h 464447"/>
                  <a:gd name="connsiteX17" fmla="*/ 283954 w 462605"/>
                  <a:gd name="connsiteY17" fmla="*/ 419293 h 464447"/>
                  <a:gd name="connsiteX18" fmla="*/ 176807 w 462605"/>
                  <a:gd name="connsiteY18" fmla="*/ 419293 h 464447"/>
                  <a:gd name="connsiteX19" fmla="*/ 165874 w 462605"/>
                  <a:gd name="connsiteY19" fmla="*/ 408234 h 464447"/>
                  <a:gd name="connsiteX20" fmla="*/ 176807 w 462605"/>
                  <a:gd name="connsiteY20" fmla="*/ 397176 h 464447"/>
                  <a:gd name="connsiteX21" fmla="*/ 368528 w 462605"/>
                  <a:gd name="connsiteY21" fmla="*/ 303516 h 464447"/>
                  <a:gd name="connsiteX22" fmla="*/ 427804 w 462605"/>
                  <a:gd name="connsiteY22" fmla="*/ 336188 h 464447"/>
                  <a:gd name="connsiteX23" fmla="*/ 430000 w 462605"/>
                  <a:gd name="connsiteY23" fmla="*/ 344901 h 464447"/>
                  <a:gd name="connsiteX24" fmla="*/ 423414 w 462605"/>
                  <a:gd name="connsiteY24" fmla="*/ 349257 h 464447"/>
                  <a:gd name="connsiteX25" fmla="*/ 421218 w 462605"/>
                  <a:gd name="connsiteY25" fmla="*/ 347079 h 464447"/>
                  <a:gd name="connsiteX26" fmla="*/ 361942 w 462605"/>
                  <a:gd name="connsiteY26" fmla="*/ 314407 h 464447"/>
                  <a:gd name="connsiteX27" fmla="*/ 359747 w 462605"/>
                  <a:gd name="connsiteY27" fmla="*/ 305695 h 464447"/>
                  <a:gd name="connsiteX28" fmla="*/ 368528 w 462605"/>
                  <a:gd name="connsiteY28" fmla="*/ 303516 h 464447"/>
                  <a:gd name="connsiteX29" fmla="*/ 91448 w 462605"/>
                  <a:gd name="connsiteY29" fmla="*/ 303516 h 464447"/>
                  <a:gd name="connsiteX30" fmla="*/ 100121 w 462605"/>
                  <a:gd name="connsiteY30" fmla="*/ 305695 h 464447"/>
                  <a:gd name="connsiteX31" fmla="*/ 97953 w 462605"/>
                  <a:gd name="connsiteY31" fmla="*/ 314407 h 464447"/>
                  <a:gd name="connsiteX32" fmla="*/ 39409 w 462605"/>
                  <a:gd name="connsiteY32" fmla="*/ 347079 h 464447"/>
                  <a:gd name="connsiteX33" fmla="*/ 37240 w 462605"/>
                  <a:gd name="connsiteY33" fmla="*/ 349257 h 464447"/>
                  <a:gd name="connsiteX34" fmla="*/ 30736 w 462605"/>
                  <a:gd name="connsiteY34" fmla="*/ 344901 h 464447"/>
                  <a:gd name="connsiteX35" fmla="*/ 32904 w 462605"/>
                  <a:gd name="connsiteY35" fmla="*/ 336188 h 464447"/>
                  <a:gd name="connsiteX36" fmla="*/ 91448 w 462605"/>
                  <a:gd name="connsiteY36" fmla="*/ 303516 h 464447"/>
                  <a:gd name="connsiteX37" fmla="*/ 196285 w 462605"/>
                  <a:gd name="connsiteY37" fmla="*/ 274613 h 464447"/>
                  <a:gd name="connsiteX38" fmla="*/ 197615 w 462605"/>
                  <a:gd name="connsiteY38" fmla="*/ 282721 h 464447"/>
                  <a:gd name="connsiteX39" fmla="*/ 203115 w 462605"/>
                  <a:gd name="connsiteY39" fmla="*/ 277378 h 464447"/>
                  <a:gd name="connsiteX40" fmla="*/ 209620 w 462605"/>
                  <a:gd name="connsiteY40" fmla="*/ 283697 h 464447"/>
                  <a:gd name="connsiteX41" fmla="*/ 211789 w 462605"/>
                  <a:gd name="connsiteY41" fmla="*/ 287909 h 464447"/>
                  <a:gd name="connsiteX42" fmla="*/ 213957 w 462605"/>
                  <a:gd name="connsiteY42" fmla="*/ 283697 h 464447"/>
                  <a:gd name="connsiteX43" fmla="*/ 222630 w 462605"/>
                  <a:gd name="connsiteY43" fmla="*/ 277378 h 464447"/>
                  <a:gd name="connsiteX44" fmla="*/ 229135 w 462605"/>
                  <a:gd name="connsiteY44" fmla="*/ 283697 h 464447"/>
                  <a:gd name="connsiteX45" fmla="*/ 231303 w 462605"/>
                  <a:gd name="connsiteY45" fmla="*/ 287909 h 464447"/>
                  <a:gd name="connsiteX46" fmla="*/ 233472 w 462605"/>
                  <a:gd name="connsiteY46" fmla="*/ 283697 h 464447"/>
                  <a:gd name="connsiteX47" fmla="*/ 239976 w 462605"/>
                  <a:gd name="connsiteY47" fmla="*/ 277378 h 464447"/>
                  <a:gd name="connsiteX48" fmla="*/ 248650 w 462605"/>
                  <a:gd name="connsiteY48" fmla="*/ 283697 h 464447"/>
                  <a:gd name="connsiteX49" fmla="*/ 250818 w 462605"/>
                  <a:gd name="connsiteY49" fmla="*/ 287909 h 464447"/>
                  <a:gd name="connsiteX50" fmla="*/ 252986 w 462605"/>
                  <a:gd name="connsiteY50" fmla="*/ 283697 h 464447"/>
                  <a:gd name="connsiteX51" fmla="*/ 259491 w 462605"/>
                  <a:gd name="connsiteY51" fmla="*/ 277378 h 464447"/>
                  <a:gd name="connsiteX52" fmla="*/ 262607 w 462605"/>
                  <a:gd name="connsiteY52" fmla="*/ 280404 h 464447"/>
                  <a:gd name="connsiteX53" fmla="*/ 263557 w 462605"/>
                  <a:gd name="connsiteY53" fmla="*/ 274613 h 464447"/>
                  <a:gd name="connsiteX54" fmla="*/ 274615 w 462605"/>
                  <a:gd name="connsiteY54" fmla="*/ 277377 h 464447"/>
                  <a:gd name="connsiteX55" fmla="*/ 255263 w 462605"/>
                  <a:gd name="connsiteY55" fmla="*/ 395333 h 464447"/>
                  <a:gd name="connsiteX56" fmla="*/ 244204 w 462605"/>
                  <a:gd name="connsiteY56" fmla="*/ 392568 h 464447"/>
                  <a:gd name="connsiteX57" fmla="*/ 261712 w 462605"/>
                  <a:gd name="connsiteY57" fmla="*/ 285854 h 464447"/>
                  <a:gd name="connsiteX58" fmla="*/ 261659 w 462605"/>
                  <a:gd name="connsiteY58" fmla="*/ 285803 h 464447"/>
                  <a:gd name="connsiteX59" fmla="*/ 259491 w 462605"/>
                  <a:gd name="connsiteY59" fmla="*/ 281590 h 464447"/>
                  <a:gd name="connsiteX60" fmla="*/ 257323 w 462605"/>
                  <a:gd name="connsiteY60" fmla="*/ 285803 h 464447"/>
                  <a:gd name="connsiteX61" fmla="*/ 250818 w 462605"/>
                  <a:gd name="connsiteY61" fmla="*/ 292122 h 464447"/>
                  <a:gd name="connsiteX62" fmla="*/ 242145 w 462605"/>
                  <a:gd name="connsiteY62" fmla="*/ 285803 h 464447"/>
                  <a:gd name="connsiteX63" fmla="*/ 239976 w 462605"/>
                  <a:gd name="connsiteY63" fmla="*/ 281590 h 464447"/>
                  <a:gd name="connsiteX64" fmla="*/ 237808 w 462605"/>
                  <a:gd name="connsiteY64" fmla="*/ 285803 h 464447"/>
                  <a:gd name="connsiteX65" fmla="*/ 231303 w 462605"/>
                  <a:gd name="connsiteY65" fmla="*/ 292122 h 464447"/>
                  <a:gd name="connsiteX66" fmla="*/ 224798 w 462605"/>
                  <a:gd name="connsiteY66" fmla="*/ 285803 h 464447"/>
                  <a:gd name="connsiteX67" fmla="*/ 222630 w 462605"/>
                  <a:gd name="connsiteY67" fmla="*/ 281590 h 464447"/>
                  <a:gd name="connsiteX68" fmla="*/ 220462 w 462605"/>
                  <a:gd name="connsiteY68" fmla="*/ 285803 h 464447"/>
                  <a:gd name="connsiteX69" fmla="*/ 211789 w 462605"/>
                  <a:gd name="connsiteY69" fmla="*/ 292122 h 464447"/>
                  <a:gd name="connsiteX70" fmla="*/ 205284 w 462605"/>
                  <a:gd name="connsiteY70" fmla="*/ 285803 h 464447"/>
                  <a:gd name="connsiteX71" fmla="*/ 203115 w 462605"/>
                  <a:gd name="connsiteY71" fmla="*/ 281590 h 464447"/>
                  <a:gd name="connsiteX72" fmla="*/ 200947 w 462605"/>
                  <a:gd name="connsiteY72" fmla="*/ 285803 h 464447"/>
                  <a:gd name="connsiteX73" fmla="*/ 198509 w 462605"/>
                  <a:gd name="connsiteY73" fmla="*/ 288171 h 464447"/>
                  <a:gd name="connsiteX74" fmla="*/ 215637 w 462605"/>
                  <a:gd name="connsiteY74" fmla="*/ 392568 h 464447"/>
                  <a:gd name="connsiteX75" fmla="*/ 204579 w 462605"/>
                  <a:gd name="connsiteY75" fmla="*/ 395333 h 464447"/>
                  <a:gd name="connsiteX76" fmla="*/ 185226 w 462605"/>
                  <a:gd name="connsiteY76" fmla="*/ 277377 h 464447"/>
                  <a:gd name="connsiteX77" fmla="*/ 6575 w 462605"/>
                  <a:gd name="connsiteY77" fmla="*/ 224851 h 464447"/>
                  <a:gd name="connsiteX78" fmla="*/ 74519 w 462605"/>
                  <a:gd name="connsiteY78" fmla="*/ 224851 h 464447"/>
                  <a:gd name="connsiteX79" fmla="*/ 81094 w 462605"/>
                  <a:gd name="connsiteY79" fmla="*/ 231486 h 464447"/>
                  <a:gd name="connsiteX80" fmla="*/ 74519 w 462605"/>
                  <a:gd name="connsiteY80" fmla="*/ 235909 h 464447"/>
                  <a:gd name="connsiteX81" fmla="*/ 6575 w 462605"/>
                  <a:gd name="connsiteY81" fmla="*/ 235909 h 464447"/>
                  <a:gd name="connsiteX82" fmla="*/ 0 w 462605"/>
                  <a:gd name="connsiteY82" fmla="*/ 231486 h 464447"/>
                  <a:gd name="connsiteX83" fmla="*/ 6575 w 462605"/>
                  <a:gd name="connsiteY83" fmla="*/ 224851 h 464447"/>
                  <a:gd name="connsiteX84" fmla="*/ 386216 w 462605"/>
                  <a:gd name="connsiteY84" fmla="*/ 223008 h 464447"/>
                  <a:gd name="connsiteX85" fmla="*/ 456058 w 462605"/>
                  <a:gd name="connsiteY85" fmla="*/ 223008 h 464447"/>
                  <a:gd name="connsiteX86" fmla="*/ 462605 w 462605"/>
                  <a:gd name="connsiteY86" fmla="*/ 229459 h 464447"/>
                  <a:gd name="connsiteX87" fmla="*/ 456058 w 462605"/>
                  <a:gd name="connsiteY87" fmla="*/ 235909 h 464447"/>
                  <a:gd name="connsiteX88" fmla="*/ 386216 w 462605"/>
                  <a:gd name="connsiteY88" fmla="*/ 235909 h 464447"/>
                  <a:gd name="connsiteX89" fmla="*/ 379668 w 462605"/>
                  <a:gd name="connsiteY89" fmla="*/ 229459 h 464447"/>
                  <a:gd name="connsiteX90" fmla="*/ 386216 w 462605"/>
                  <a:gd name="connsiteY90" fmla="*/ 223008 h 464447"/>
                  <a:gd name="connsiteX91" fmla="*/ 231369 w 462605"/>
                  <a:gd name="connsiteY91" fmla="*/ 140071 h 464447"/>
                  <a:gd name="connsiteX92" fmla="*/ 316083 w 462605"/>
                  <a:gd name="connsiteY92" fmla="*/ 224786 h 464447"/>
                  <a:gd name="connsiteX93" fmla="*/ 309567 w 462605"/>
                  <a:gd name="connsiteY93" fmla="*/ 231302 h 464447"/>
                  <a:gd name="connsiteX94" fmla="*/ 303050 w 462605"/>
                  <a:gd name="connsiteY94" fmla="*/ 224786 h 464447"/>
                  <a:gd name="connsiteX95" fmla="*/ 231369 w 462605"/>
                  <a:gd name="connsiteY95" fmla="*/ 153104 h 464447"/>
                  <a:gd name="connsiteX96" fmla="*/ 224852 w 462605"/>
                  <a:gd name="connsiteY96" fmla="*/ 146588 h 464447"/>
                  <a:gd name="connsiteX97" fmla="*/ 231369 w 462605"/>
                  <a:gd name="connsiteY97" fmla="*/ 140071 h 464447"/>
                  <a:gd name="connsiteX98" fmla="*/ 421218 w 462605"/>
                  <a:gd name="connsiteY98" fmla="*/ 113682 h 464447"/>
                  <a:gd name="connsiteX99" fmla="*/ 430000 w 462605"/>
                  <a:gd name="connsiteY99" fmla="*/ 115861 h 464447"/>
                  <a:gd name="connsiteX100" fmla="*/ 427804 w 462605"/>
                  <a:gd name="connsiteY100" fmla="*/ 124573 h 464447"/>
                  <a:gd name="connsiteX101" fmla="*/ 368528 w 462605"/>
                  <a:gd name="connsiteY101" fmla="*/ 157245 h 464447"/>
                  <a:gd name="connsiteX102" fmla="*/ 364137 w 462605"/>
                  <a:gd name="connsiteY102" fmla="*/ 159423 h 464447"/>
                  <a:gd name="connsiteX103" fmla="*/ 359747 w 462605"/>
                  <a:gd name="connsiteY103" fmla="*/ 155067 h 464447"/>
                  <a:gd name="connsiteX104" fmla="*/ 361942 w 462605"/>
                  <a:gd name="connsiteY104" fmla="*/ 146354 h 464447"/>
                  <a:gd name="connsiteX105" fmla="*/ 421218 w 462605"/>
                  <a:gd name="connsiteY105" fmla="*/ 113682 h 464447"/>
                  <a:gd name="connsiteX106" fmla="*/ 39409 w 462605"/>
                  <a:gd name="connsiteY106" fmla="*/ 113682 h 464447"/>
                  <a:gd name="connsiteX107" fmla="*/ 97953 w 462605"/>
                  <a:gd name="connsiteY107" fmla="*/ 146354 h 464447"/>
                  <a:gd name="connsiteX108" fmla="*/ 100121 w 462605"/>
                  <a:gd name="connsiteY108" fmla="*/ 155066 h 464447"/>
                  <a:gd name="connsiteX109" fmla="*/ 95784 w 462605"/>
                  <a:gd name="connsiteY109" fmla="*/ 159423 h 464447"/>
                  <a:gd name="connsiteX110" fmla="*/ 91448 w 462605"/>
                  <a:gd name="connsiteY110" fmla="*/ 157245 h 464447"/>
                  <a:gd name="connsiteX111" fmla="*/ 32904 w 462605"/>
                  <a:gd name="connsiteY111" fmla="*/ 124573 h 464447"/>
                  <a:gd name="connsiteX112" fmla="*/ 30736 w 462605"/>
                  <a:gd name="connsiteY112" fmla="*/ 115860 h 464447"/>
                  <a:gd name="connsiteX113" fmla="*/ 39409 w 462605"/>
                  <a:gd name="connsiteY113" fmla="*/ 113682 h 464447"/>
                  <a:gd name="connsiteX114" fmla="*/ 344901 w 462605"/>
                  <a:gd name="connsiteY114" fmla="*/ 30735 h 464447"/>
                  <a:gd name="connsiteX115" fmla="*/ 347079 w 462605"/>
                  <a:gd name="connsiteY115" fmla="*/ 39408 h 464447"/>
                  <a:gd name="connsiteX116" fmla="*/ 314407 w 462605"/>
                  <a:gd name="connsiteY116" fmla="*/ 97952 h 464447"/>
                  <a:gd name="connsiteX117" fmla="*/ 307873 w 462605"/>
                  <a:gd name="connsiteY117" fmla="*/ 102289 h 464447"/>
                  <a:gd name="connsiteX118" fmla="*/ 305695 w 462605"/>
                  <a:gd name="connsiteY118" fmla="*/ 100120 h 464447"/>
                  <a:gd name="connsiteX119" fmla="*/ 303516 w 462605"/>
                  <a:gd name="connsiteY119" fmla="*/ 91447 h 464447"/>
                  <a:gd name="connsiteX120" fmla="*/ 336188 w 462605"/>
                  <a:gd name="connsiteY120" fmla="*/ 32903 h 464447"/>
                  <a:gd name="connsiteX121" fmla="*/ 344901 w 462605"/>
                  <a:gd name="connsiteY121" fmla="*/ 30735 h 464447"/>
                  <a:gd name="connsiteX122" fmla="*/ 115861 w 462605"/>
                  <a:gd name="connsiteY122" fmla="*/ 30735 h 464447"/>
                  <a:gd name="connsiteX123" fmla="*/ 124573 w 462605"/>
                  <a:gd name="connsiteY123" fmla="*/ 32903 h 464447"/>
                  <a:gd name="connsiteX124" fmla="*/ 157245 w 462605"/>
                  <a:gd name="connsiteY124" fmla="*/ 91447 h 464447"/>
                  <a:gd name="connsiteX125" fmla="*/ 155067 w 462605"/>
                  <a:gd name="connsiteY125" fmla="*/ 100120 h 464447"/>
                  <a:gd name="connsiteX126" fmla="*/ 152889 w 462605"/>
                  <a:gd name="connsiteY126" fmla="*/ 102289 h 464447"/>
                  <a:gd name="connsiteX127" fmla="*/ 146354 w 462605"/>
                  <a:gd name="connsiteY127" fmla="*/ 97952 h 464447"/>
                  <a:gd name="connsiteX128" fmla="*/ 113682 w 462605"/>
                  <a:gd name="connsiteY128" fmla="*/ 39408 h 464447"/>
                  <a:gd name="connsiteX129" fmla="*/ 115861 w 462605"/>
                  <a:gd name="connsiteY129" fmla="*/ 30735 h 464447"/>
                  <a:gd name="connsiteX130" fmla="*/ 231303 w 462605"/>
                  <a:gd name="connsiteY130" fmla="*/ 0 h 464447"/>
                  <a:gd name="connsiteX131" fmla="*/ 237753 w 462605"/>
                  <a:gd name="connsiteY131" fmla="*/ 6575 h 464447"/>
                  <a:gd name="connsiteX132" fmla="*/ 237753 w 462605"/>
                  <a:gd name="connsiteY132" fmla="*/ 74519 h 464447"/>
                  <a:gd name="connsiteX133" fmla="*/ 231303 w 462605"/>
                  <a:gd name="connsiteY133" fmla="*/ 81094 h 464447"/>
                  <a:gd name="connsiteX134" fmla="*/ 224852 w 462605"/>
                  <a:gd name="connsiteY134" fmla="*/ 74519 h 464447"/>
                  <a:gd name="connsiteX135" fmla="*/ 224852 w 462605"/>
                  <a:gd name="connsiteY135" fmla="*/ 6575 h 464447"/>
                  <a:gd name="connsiteX136" fmla="*/ 231303 w 462605"/>
                  <a:gd name="connsiteY136" fmla="*/ 0 h 464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462605" h="464447">
                    <a:moveTo>
                      <a:pt x="185067" y="421135"/>
                    </a:moveTo>
                    <a:cubicBezTo>
                      <a:pt x="276617" y="421135"/>
                      <a:pt x="276617" y="421135"/>
                      <a:pt x="276617" y="421135"/>
                    </a:cubicBezTo>
                    <a:cubicBezTo>
                      <a:pt x="280977" y="421135"/>
                      <a:pt x="287516" y="425558"/>
                      <a:pt x="287516" y="432193"/>
                    </a:cubicBezTo>
                    <a:cubicBezTo>
                      <a:pt x="287516" y="438828"/>
                      <a:pt x="280977" y="443252"/>
                      <a:pt x="276617" y="443252"/>
                    </a:cubicBezTo>
                    <a:lnTo>
                      <a:pt x="261902" y="443252"/>
                    </a:lnTo>
                    <a:cubicBezTo>
                      <a:pt x="268424" y="443252"/>
                      <a:pt x="272771" y="449611"/>
                      <a:pt x="272771" y="453850"/>
                    </a:cubicBezTo>
                    <a:cubicBezTo>
                      <a:pt x="272771" y="460208"/>
                      <a:pt x="268424" y="464447"/>
                      <a:pt x="261902" y="464447"/>
                    </a:cubicBezTo>
                    <a:cubicBezTo>
                      <a:pt x="198860" y="464447"/>
                      <a:pt x="198860" y="464447"/>
                      <a:pt x="198860" y="464447"/>
                    </a:cubicBezTo>
                    <a:cubicBezTo>
                      <a:pt x="192339" y="464447"/>
                      <a:pt x="187991" y="460208"/>
                      <a:pt x="187991" y="453850"/>
                    </a:cubicBezTo>
                    <a:cubicBezTo>
                      <a:pt x="187991" y="449611"/>
                      <a:pt x="192339" y="443252"/>
                      <a:pt x="198860" y="443252"/>
                    </a:cubicBezTo>
                    <a:lnTo>
                      <a:pt x="196511" y="443252"/>
                    </a:lnTo>
                    <a:cubicBezTo>
                      <a:pt x="185067" y="443252"/>
                      <a:pt x="185067" y="443252"/>
                      <a:pt x="185067" y="443252"/>
                    </a:cubicBezTo>
                    <a:cubicBezTo>
                      <a:pt x="178527" y="443252"/>
                      <a:pt x="174168" y="438828"/>
                      <a:pt x="174168" y="432193"/>
                    </a:cubicBezTo>
                    <a:cubicBezTo>
                      <a:pt x="174168" y="425558"/>
                      <a:pt x="178527" y="421135"/>
                      <a:pt x="185067" y="421135"/>
                    </a:cubicBezTo>
                    <a:close/>
                    <a:moveTo>
                      <a:pt x="176807" y="397176"/>
                    </a:moveTo>
                    <a:cubicBezTo>
                      <a:pt x="283954" y="397176"/>
                      <a:pt x="283954" y="397176"/>
                      <a:pt x="283954" y="397176"/>
                    </a:cubicBezTo>
                    <a:cubicBezTo>
                      <a:pt x="290514" y="397176"/>
                      <a:pt x="294887" y="403811"/>
                      <a:pt x="294887" y="408234"/>
                    </a:cubicBezTo>
                    <a:cubicBezTo>
                      <a:pt x="294887" y="414869"/>
                      <a:pt x="290514" y="419293"/>
                      <a:pt x="283954" y="419293"/>
                    </a:cubicBezTo>
                    <a:cubicBezTo>
                      <a:pt x="176807" y="419293"/>
                      <a:pt x="176807" y="419293"/>
                      <a:pt x="176807" y="419293"/>
                    </a:cubicBezTo>
                    <a:cubicBezTo>
                      <a:pt x="170247" y="419293"/>
                      <a:pt x="165874" y="414869"/>
                      <a:pt x="165874" y="408234"/>
                    </a:cubicBezTo>
                    <a:cubicBezTo>
                      <a:pt x="165874" y="403811"/>
                      <a:pt x="170247" y="397176"/>
                      <a:pt x="176807" y="397176"/>
                    </a:cubicBezTo>
                    <a:close/>
                    <a:moveTo>
                      <a:pt x="368528" y="303516"/>
                    </a:moveTo>
                    <a:cubicBezTo>
                      <a:pt x="427804" y="336188"/>
                      <a:pt x="427804" y="336188"/>
                      <a:pt x="427804" y="336188"/>
                    </a:cubicBezTo>
                    <a:cubicBezTo>
                      <a:pt x="430000" y="338367"/>
                      <a:pt x="432195" y="342723"/>
                      <a:pt x="430000" y="344901"/>
                    </a:cubicBezTo>
                    <a:cubicBezTo>
                      <a:pt x="427804" y="347079"/>
                      <a:pt x="425609" y="349257"/>
                      <a:pt x="423414" y="349257"/>
                    </a:cubicBezTo>
                    <a:cubicBezTo>
                      <a:pt x="423414" y="349257"/>
                      <a:pt x="421218" y="349257"/>
                      <a:pt x="421218" y="347079"/>
                    </a:cubicBezTo>
                    <a:cubicBezTo>
                      <a:pt x="361942" y="314407"/>
                      <a:pt x="361942" y="314407"/>
                      <a:pt x="361942" y="314407"/>
                    </a:cubicBezTo>
                    <a:cubicBezTo>
                      <a:pt x="357551" y="312229"/>
                      <a:pt x="357551" y="307873"/>
                      <a:pt x="359747" y="305695"/>
                    </a:cubicBezTo>
                    <a:cubicBezTo>
                      <a:pt x="361942" y="301338"/>
                      <a:pt x="364137" y="301338"/>
                      <a:pt x="368528" y="303516"/>
                    </a:cubicBezTo>
                    <a:close/>
                    <a:moveTo>
                      <a:pt x="91448" y="303516"/>
                    </a:moveTo>
                    <a:cubicBezTo>
                      <a:pt x="95784" y="301338"/>
                      <a:pt x="100121" y="301338"/>
                      <a:pt x="100121" y="305695"/>
                    </a:cubicBezTo>
                    <a:cubicBezTo>
                      <a:pt x="102289" y="307873"/>
                      <a:pt x="102289" y="312229"/>
                      <a:pt x="97953" y="314407"/>
                    </a:cubicBezTo>
                    <a:cubicBezTo>
                      <a:pt x="39409" y="347079"/>
                      <a:pt x="39409" y="347079"/>
                      <a:pt x="39409" y="347079"/>
                    </a:cubicBezTo>
                    <a:cubicBezTo>
                      <a:pt x="39409" y="349257"/>
                      <a:pt x="37240" y="349257"/>
                      <a:pt x="37240" y="349257"/>
                    </a:cubicBezTo>
                    <a:cubicBezTo>
                      <a:pt x="35072" y="349257"/>
                      <a:pt x="32904" y="347079"/>
                      <a:pt x="30736" y="344901"/>
                    </a:cubicBezTo>
                    <a:cubicBezTo>
                      <a:pt x="28567" y="342723"/>
                      <a:pt x="30736" y="338367"/>
                      <a:pt x="32904" y="336188"/>
                    </a:cubicBezTo>
                    <a:cubicBezTo>
                      <a:pt x="91448" y="303516"/>
                      <a:pt x="91448" y="303516"/>
                      <a:pt x="91448" y="303516"/>
                    </a:cubicBezTo>
                    <a:close/>
                    <a:moveTo>
                      <a:pt x="196285" y="274613"/>
                    </a:moveTo>
                    <a:lnTo>
                      <a:pt x="197615" y="282721"/>
                    </a:lnTo>
                    <a:lnTo>
                      <a:pt x="203115" y="277378"/>
                    </a:lnTo>
                    <a:cubicBezTo>
                      <a:pt x="207452" y="277378"/>
                      <a:pt x="209620" y="279484"/>
                      <a:pt x="209620" y="283697"/>
                    </a:cubicBezTo>
                    <a:cubicBezTo>
                      <a:pt x="211789" y="283697"/>
                      <a:pt x="211789" y="287909"/>
                      <a:pt x="211789" y="287909"/>
                    </a:cubicBezTo>
                    <a:cubicBezTo>
                      <a:pt x="213957" y="287909"/>
                      <a:pt x="213957" y="283697"/>
                      <a:pt x="213957" y="283697"/>
                    </a:cubicBezTo>
                    <a:cubicBezTo>
                      <a:pt x="216125" y="279484"/>
                      <a:pt x="218293" y="277378"/>
                      <a:pt x="222630" y="277378"/>
                    </a:cubicBezTo>
                    <a:cubicBezTo>
                      <a:pt x="226967" y="277378"/>
                      <a:pt x="226967" y="279484"/>
                      <a:pt x="229135" y="283697"/>
                    </a:cubicBezTo>
                    <a:cubicBezTo>
                      <a:pt x="229135" y="283697"/>
                      <a:pt x="231303" y="287909"/>
                      <a:pt x="231303" y="287909"/>
                    </a:cubicBezTo>
                    <a:cubicBezTo>
                      <a:pt x="231303" y="287909"/>
                      <a:pt x="233472" y="283697"/>
                      <a:pt x="233472" y="283697"/>
                    </a:cubicBezTo>
                    <a:cubicBezTo>
                      <a:pt x="235640" y="279484"/>
                      <a:pt x="235640" y="277378"/>
                      <a:pt x="239976" y="277378"/>
                    </a:cubicBezTo>
                    <a:cubicBezTo>
                      <a:pt x="244313" y="277378"/>
                      <a:pt x="246481" y="279484"/>
                      <a:pt x="248650" y="283697"/>
                    </a:cubicBezTo>
                    <a:cubicBezTo>
                      <a:pt x="248650" y="283697"/>
                      <a:pt x="248650" y="287909"/>
                      <a:pt x="250818" y="287909"/>
                    </a:cubicBezTo>
                    <a:cubicBezTo>
                      <a:pt x="250818" y="287909"/>
                      <a:pt x="250818" y="283697"/>
                      <a:pt x="252986" y="283697"/>
                    </a:cubicBezTo>
                    <a:cubicBezTo>
                      <a:pt x="252986" y="279484"/>
                      <a:pt x="255154" y="277378"/>
                      <a:pt x="259491" y="277378"/>
                    </a:cubicBezTo>
                    <a:lnTo>
                      <a:pt x="262607" y="280404"/>
                    </a:lnTo>
                    <a:lnTo>
                      <a:pt x="263557" y="274613"/>
                    </a:lnTo>
                    <a:lnTo>
                      <a:pt x="274615" y="277377"/>
                    </a:lnTo>
                    <a:lnTo>
                      <a:pt x="255263" y="395333"/>
                    </a:lnTo>
                    <a:lnTo>
                      <a:pt x="244204" y="392568"/>
                    </a:lnTo>
                    <a:lnTo>
                      <a:pt x="261712" y="285854"/>
                    </a:lnTo>
                    <a:lnTo>
                      <a:pt x="261659" y="285803"/>
                    </a:lnTo>
                    <a:cubicBezTo>
                      <a:pt x="261659" y="283697"/>
                      <a:pt x="259491" y="281590"/>
                      <a:pt x="259491" y="281590"/>
                    </a:cubicBezTo>
                    <a:cubicBezTo>
                      <a:pt x="259491" y="281590"/>
                      <a:pt x="257323" y="283697"/>
                      <a:pt x="257323" y="285803"/>
                    </a:cubicBezTo>
                    <a:cubicBezTo>
                      <a:pt x="255154" y="287909"/>
                      <a:pt x="252986" y="292122"/>
                      <a:pt x="250818" y="292122"/>
                    </a:cubicBezTo>
                    <a:cubicBezTo>
                      <a:pt x="246481" y="292122"/>
                      <a:pt x="244313" y="287909"/>
                      <a:pt x="242145" y="285803"/>
                    </a:cubicBezTo>
                    <a:cubicBezTo>
                      <a:pt x="242145" y="283697"/>
                      <a:pt x="242145" y="281590"/>
                      <a:pt x="239976" y="281590"/>
                    </a:cubicBezTo>
                    <a:cubicBezTo>
                      <a:pt x="239976" y="281590"/>
                      <a:pt x="239976" y="283697"/>
                      <a:pt x="237808" y="285803"/>
                    </a:cubicBezTo>
                    <a:cubicBezTo>
                      <a:pt x="237808" y="287909"/>
                      <a:pt x="235640" y="292122"/>
                      <a:pt x="231303" y="292122"/>
                    </a:cubicBezTo>
                    <a:cubicBezTo>
                      <a:pt x="226967" y="292122"/>
                      <a:pt x="224798" y="287909"/>
                      <a:pt x="224798" y="285803"/>
                    </a:cubicBezTo>
                    <a:cubicBezTo>
                      <a:pt x="224798" y="283697"/>
                      <a:pt x="222630" y="281590"/>
                      <a:pt x="222630" y="281590"/>
                    </a:cubicBezTo>
                    <a:cubicBezTo>
                      <a:pt x="220462" y="281590"/>
                      <a:pt x="220462" y="283697"/>
                      <a:pt x="220462" y="285803"/>
                    </a:cubicBezTo>
                    <a:cubicBezTo>
                      <a:pt x="218293" y="287909"/>
                      <a:pt x="216125" y="292122"/>
                      <a:pt x="211789" y="292122"/>
                    </a:cubicBezTo>
                    <a:cubicBezTo>
                      <a:pt x="209620" y="292122"/>
                      <a:pt x="207452" y="287909"/>
                      <a:pt x="205284" y="285803"/>
                    </a:cubicBezTo>
                    <a:cubicBezTo>
                      <a:pt x="205284" y="283697"/>
                      <a:pt x="203115" y="281590"/>
                      <a:pt x="203115" y="281590"/>
                    </a:cubicBezTo>
                    <a:cubicBezTo>
                      <a:pt x="203115" y="281590"/>
                      <a:pt x="200947" y="283697"/>
                      <a:pt x="200947" y="285803"/>
                    </a:cubicBezTo>
                    <a:lnTo>
                      <a:pt x="198509" y="288171"/>
                    </a:lnTo>
                    <a:lnTo>
                      <a:pt x="215637" y="392568"/>
                    </a:lnTo>
                    <a:lnTo>
                      <a:pt x="204579" y="395333"/>
                    </a:lnTo>
                    <a:lnTo>
                      <a:pt x="185226" y="277377"/>
                    </a:lnTo>
                    <a:close/>
                    <a:moveTo>
                      <a:pt x="6575" y="224851"/>
                    </a:moveTo>
                    <a:cubicBezTo>
                      <a:pt x="74519" y="224851"/>
                      <a:pt x="74519" y="224851"/>
                      <a:pt x="74519" y="224851"/>
                    </a:cubicBezTo>
                    <a:cubicBezTo>
                      <a:pt x="78903" y="224851"/>
                      <a:pt x="81094" y="227062"/>
                      <a:pt x="81094" y="231486"/>
                    </a:cubicBezTo>
                    <a:cubicBezTo>
                      <a:pt x="81094" y="233697"/>
                      <a:pt x="78903" y="235909"/>
                      <a:pt x="74519" y="235909"/>
                    </a:cubicBezTo>
                    <a:cubicBezTo>
                      <a:pt x="6575" y="235909"/>
                      <a:pt x="6575" y="235909"/>
                      <a:pt x="6575" y="235909"/>
                    </a:cubicBezTo>
                    <a:cubicBezTo>
                      <a:pt x="2191" y="235909"/>
                      <a:pt x="0" y="233697"/>
                      <a:pt x="0" y="231486"/>
                    </a:cubicBezTo>
                    <a:cubicBezTo>
                      <a:pt x="0" y="227062"/>
                      <a:pt x="2191" y="224851"/>
                      <a:pt x="6575" y="224851"/>
                    </a:cubicBezTo>
                    <a:close/>
                    <a:moveTo>
                      <a:pt x="386216" y="223008"/>
                    </a:moveTo>
                    <a:cubicBezTo>
                      <a:pt x="456058" y="223008"/>
                      <a:pt x="456058" y="223008"/>
                      <a:pt x="456058" y="223008"/>
                    </a:cubicBezTo>
                    <a:cubicBezTo>
                      <a:pt x="460423" y="223008"/>
                      <a:pt x="462605" y="227309"/>
                      <a:pt x="462605" y="229459"/>
                    </a:cubicBezTo>
                    <a:cubicBezTo>
                      <a:pt x="462605" y="233759"/>
                      <a:pt x="460423" y="235909"/>
                      <a:pt x="456058" y="235909"/>
                    </a:cubicBezTo>
                    <a:cubicBezTo>
                      <a:pt x="386216" y="235909"/>
                      <a:pt x="386216" y="235909"/>
                      <a:pt x="386216" y="235909"/>
                    </a:cubicBezTo>
                    <a:cubicBezTo>
                      <a:pt x="381851" y="235909"/>
                      <a:pt x="379668" y="233759"/>
                      <a:pt x="379668" y="229459"/>
                    </a:cubicBezTo>
                    <a:cubicBezTo>
                      <a:pt x="379668" y="227309"/>
                      <a:pt x="381851" y="223008"/>
                      <a:pt x="386216" y="223008"/>
                    </a:cubicBezTo>
                    <a:close/>
                    <a:moveTo>
                      <a:pt x="231369" y="140071"/>
                    </a:moveTo>
                    <a:cubicBezTo>
                      <a:pt x="276984" y="140071"/>
                      <a:pt x="316083" y="176998"/>
                      <a:pt x="316083" y="224786"/>
                    </a:cubicBezTo>
                    <a:cubicBezTo>
                      <a:pt x="316083" y="229130"/>
                      <a:pt x="313911" y="231302"/>
                      <a:pt x="309567" y="231302"/>
                    </a:cubicBezTo>
                    <a:cubicBezTo>
                      <a:pt x="305222" y="231302"/>
                      <a:pt x="303050" y="229130"/>
                      <a:pt x="303050" y="224786"/>
                    </a:cubicBezTo>
                    <a:cubicBezTo>
                      <a:pt x="303050" y="185687"/>
                      <a:pt x="270468" y="153104"/>
                      <a:pt x="231369" y="153104"/>
                    </a:cubicBezTo>
                    <a:cubicBezTo>
                      <a:pt x="227024" y="153104"/>
                      <a:pt x="224852" y="148760"/>
                      <a:pt x="224852" y="146588"/>
                    </a:cubicBezTo>
                    <a:cubicBezTo>
                      <a:pt x="224852" y="142243"/>
                      <a:pt x="227024" y="140071"/>
                      <a:pt x="231369" y="140071"/>
                    </a:cubicBezTo>
                    <a:close/>
                    <a:moveTo>
                      <a:pt x="421218" y="113682"/>
                    </a:moveTo>
                    <a:cubicBezTo>
                      <a:pt x="423414" y="111504"/>
                      <a:pt x="427804" y="111504"/>
                      <a:pt x="430000" y="115861"/>
                    </a:cubicBezTo>
                    <a:cubicBezTo>
                      <a:pt x="432195" y="118039"/>
                      <a:pt x="430000" y="122395"/>
                      <a:pt x="427804" y="124573"/>
                    </a:cubicBezTo>
                    <a:cubicBezTo>
                      <a:pt x="368528" y="157245"/>
                      <a:pt x="368528" y="157245"/>
                      <a:pt x="368528" y="157245"/>
                    </a:cubicBezTo>
                    <a:cubicBezTo>
                      <a:pt x="366333" y="159423"/>
                      <a:pt x="366333" y="159423"/>
                      <a:pt x="364137" y="159423"/>
                    </a:cubicBezTo>
                    <a:cubicBezTo>
                      <a:pt x="361942" y="159423"/>
                      <a:pt x="359747" y="157245"/>
                      <a:pt x="359747" y="155067"/>
                    </a:cubicBezTo>
                    <a:cubicBezTo>
                      <a:pt x="357551" y="152889"/>
                      <a:pt x="357551" y="148533"/>
                      <a:pt x="361942" y="146354"/>
                    </a:cubicBezTo>
                    <a:cubicBezTo>
                      <a:pt x="421218" y="113682"/>
                      <a:pt x="421218" y="113682"/>
                      <a:pt x="421218" y="113682"/>
                    </a:cubicBezTo>
                    <a:close/>
                    <a:moveTo>
                      <a:pt x="39409" y="113682"/>
                    </a:moveTo>
                    <a:cubicBezTo>
                      <a:pt x="97953" y="146354"/>
                      <a:pt x="97953" y="146354"/>
                      <a:pt x="97953" y="146354"/>
                    </a:cubicBezTo>
                    <a:cubicBezTo>
                      <a:pt x="102289" y="148532"/>
                      <a:pt x="102289" y="152888"/>
                      <a:pt x="100121" y="155066"/>
                    </a:cubicBezTo>
                    <a:cubicBezTo>
                      <a:pt x="100121" y="157245"/>
                      <a:pt x="97953" y="159423"/>
                      <a:pt x="95784" y="159423"/>
                    </a:cubicBezTo>
                    <a:cubicBezTo>
                      <a:pt x="93616" y="159423"/>
                      <a:pt x="93616" y="159423"/>
                      <a:pt x="91448" y="157245"/>
                    </a:cubicBezTo>
                    <a:cubicBezTo>
                      <a:pt x="32904" y="124573"/>
                      <a:pt x="32904" y="124573"/>
                      <a:pt x="32904" y="124573"/>
                    </a:cubicBezTo>
                    <a:cubicBezTo>
                      <a:pt x="30736" y="122394"/>
                      <a:pt x="28567" y="118038"/>
                      <a:pt x="30736" y="115860"/>
                    </a:cubicBezTo>
                    <a:cubicBezTo>
                      <a:pt x="32904" y="111504"/>
                      <a:pt x="37240" y="111504"/>
                      <a:pt x="39409" y="113682"/>
                    </a:cubicBezTo>
                    <a:close/>
                    <a:moveTo>
                      <a:pt x="344901" y="30735"/>
                    </a:moveTo>
                    <a:cubicBezTo>
                      <a:pt x="349257" y="32903"/>
                      <a:pt x="349257" y="37240"/>
                      <a:pt x="347079" y="39408"/>
                    </a:cubicBezTo>
                    <a:cubicBezTo>
                      <a:pt x="314407" y="97952"/>
                      <a:pt x="314407" y="97952"/>
                      <a:pt x="314407" y="97952"/>
                    </a:cubicBezTo>
                    <a:cubicBezTo>
                      <a:pt x="312229" y="100120"/>
                      <a:pt x="310051" y="102289"/>
                      <a:pt x="307873" y="102289"/>
                    </a:cubicBezTo>
                    <a:cubicBezTo>
                      <a:pt x="307873" y="102289"/>
                      <a:pt x="305695" y="102289"/>
                      <a:pt x="305695" y="100120"/>
                    </a:cubicBezTo>
                    <a:cubicBezTo>
                      <a:pt x="301338" y="97952"/>
                      <a:pt x="301338" y="95784"/>
                      <a:pt x="303516" y="91447"/>
                    </a:cubicBezTo>
                    <a:cubicBezTo>
                      <a:pt x="336188" y="32903"/>
                      <a:pt x="336188" y="32903"/>
                      <a:pt x="336188" y="32903"/>
                    </a:cubicBezTo>
                    <a:cubicBezTo>
                      <a:pt x="338367" y="30735"/>
                      <a:pt x="342723" y="28567"/>
                      <a:pt x="344901" y="30735"/>
                    </a:cubicBezTo>
                    <a:close/>
                    <a:moveTo>
                      <a:pt x="115861" y="30735"/>
                    </a:moveTo>
                    <a:cubicBezTo>
                      <a:pt x="118039" y="28567"/>
                      <a:pt x="122395" y="30735"/>
                      <a:pt x="124573" y="32903"/>
                    </a:cubicBezTo>
                    <a:cubicBezTo>
                      <a:pt x="157245" y="91447"/>
                      <a:pt x="157245" y="91447"/>
                      <a:pt x="157245" y="91447"/>
                    </a:cubicBezTo>
                    <a:cubicBezTo>
                      <a:pt x="159423" y="95784"/>
                      <a:pt x="159423" y="97952"/>
                      <a:pt x="155067" y="100120"/>
                    </a:cubicBezTo>
                    <a:cubicBezTo>
                      <a:pt x="155067" y="102289"/>
                      <a:pt x="152889" y="102289"/>
                      <a:pt x="152889" y="102289"/>
                    </a:cubicBezTo>
                    <a:cubicBezTo>
                      <a:pt x="150711" y="102289"/>
                      <a:pt x="148533" y="100120"/>
                      <a:pt x="146354" y="97952"/>
                    </a:cubicBezTo>
                    <a:cubicBezTo>
                      <a:pt x="113682" y="39408"/>
                      <a:pt x="113682" y="39408"/>
                      <a:pt x="113682" y="39408"/>
                    </a:cubicBezTo>
                    <a:cubicBezTo>
                      <a:pt x="111504" y="37240"/>
                      <a:pt x="111504" y="32903"/>
                      <a:pt x="115861" y="30735"/>
                    </a:cubicBezTo>
                    <a:close/>
                    <a:moveTo>
                      <a:pt x="231303" y="0"/>
                    </a:moveTo>
                    <a:cubicBezTo>
                      <a:pt x="233453" y="0"/>
                      <a:pt x="237753" y="2191"/>
                      <a:pt x="237753" y="6575"/>
                    </a:cubicBezTo>
                    <a:cubicBezTo>
                      <a:pt x="237753" y="74519"/>
                      <a:pt x="237753" y="74519"/>
                      <a:pt x="237753" y="74519"/>
                    </a:cubicBezTo>
                    <a:cubicBezTo>
                      <a:pt x="237753" y="78902"/>
                      <a:pt x="233453" y="81094"/>
                      <a:pt x="231303" y="81094"/>
                    </a:cubicBezTo>
                    <a:cubicBezTo>
                      <a:pt x="227002" y="81094"/>
                      <a:pt x="224852" y="78902"/>
                      <a:pt x="224852" y="74519"/>
                    </a:cubicBezTo>
                    <a:cubicBezTo>
                      <a:pt x="224852" y="6575"/>
                      <a:pt x="224852" y="6575"/>
                      <a:pt x="224852" y="6575"/>
                    </a:cubicBezTo>
                    <a:cubicBezTo>
                      <a:pt x="224852" y="2191"/>
                      <a:pt x="227002" y="0"/>
                      <a:pt x="231303" y="0"/>
                    </a:cubicBezTo>
                    <a:close/>
                  </a:path>
                </a:pathLst>
              </a:custGeom>
              <a:grpFill/>
              <a:ln>
                <a:noFill/>
              </a:ln>
            </p:spPr>
            <p:txBody>
              <a:bodyPr vert="horz" wrap="square" lIns="91440" tIns="45720" rIns="91440" bIns="45720" numCol="1" anchor="t" anchorCtr="0" compatLnSpc="1">
                <a:noAutofit/>
              </a:bodyPr>
              <a:lstStyle/>
              <a:p>
                <a:endParaRPr lang="zh-CN" altLang="en-US"/>
              </a:p>
            </p:txBody>
          </p:sp>
        </p:grpSp>
        <p:sp>
          <p:nvSpPr>
            <p:cNvPr id="52" name="Rectangle 376"/>
            <p:cNvSpPr>
              <a:spLocks noChangeArrowheads="1"/>
            </p:cNvSpPr>
            <p:nvPr>
              <p:custDataLst>
                <p:tags r:id="rId61"/>
              </p:custDataLst>
            </p:nvPr>
          </p:nvSpPr>
          <p:spPr bwMode="auto">
            <a:xfrm>
              <a:off x="7766723" y="3957313"/>
              <a:ext cx="28568" cy="17509"/>
            </a:xfrm>
            <a:prstGeom prst="rect">
              <a:avLst/>
            </a:prstGeom>
            <a:grpFill/>
            <a:ln>
              <a:noFill/>
            </a:ln>
          </p:spPr>
          <p:txBody>
            <a:bodyPr vert="horz" wrap="square" lIns="91440" tIns="45720" rIns="91440" bIns="45720" numCol="1" anchor="t" anchorCtr="0" compatLnSpc="1"/>
            <a:lstStyle/>
            <a:p>
              <a:endParaRPr lang="zh-CN" altLang="en-US"/>
            </a:p>
          </p:txBody>
        </p:sp>
        <p:sp>
          <p:nvSpPr>
            <p:cNvPr id="53" name="Freeform 377"/>
            <p:cNvSpPr/>
            <p:nvPr>
              <p:custDataLst>
                <p:tags r:id="rId62"/>
              </p:custDataLst>
            </p:nvPr>
          </p:nvSpPr>
          <p:spPr bwMode="auto">
            <a:xfrm>
              <a:off x="7766723" y="3957313"/>
              <a:ext cx="28568" cy="17509"/>
            </a:xfrm>
            <a:custGeom>
              <a:avLst/>
              <a:gdLst>
                <a:gd name="T0" fmla="*/ 31 w 31"/>
                <a:gd name="T1" fmla="*/ 19 h 19"/>
                <a:gd name="T2" fmla="*/ 31 w 31"/>
                <a:gd name="T3" fmla="*/ 0 h 19"/>
                <a:gd name="T4" fmla="*/ 0 w 31"/>
                <a:gd name="T5" fmla="*/ 0 h 19"/>
                <a:gd name="T6" fmla="*/ 0 w 31"/>
                <a:gd name="T7" fmla="*/ 19 h 19"/>
              </a:gdLst>
              <a:ahLst/>
              <a:cxnLst>
                <a:cxn ang="0">
                  <a:pos x="T0" y="T1"/>
                </a:cxn>
                <a:cxn ang="0">
                  <a:pos x="T2" y="T3"/>
                </a:cxn>
                <a:cxn ang="0">
                  <a:pos x="T4" y="T5"/>
                </a:cxn>
                <a:cxn ang="0">
                  <a:pos x="T6" y="T7"/>
                </a:cxn>
              </a:cxnLst>
              <a:rect l="0" t="0" r="r" b="b"/>
              <a:pathLst>
                <a:path w="31" h="19">
                  <a:moveTo>
                    <a:pt x="31" y="19"/>
                  </a:moveTo>
                  <a:lnTo>
                    <a:pt x="31" y="0"/>
                  </a:lnTo>
                  <a:lnTo>
                    <a:pt x="0" y="0"/>
                  </a:lnTo>
                  <a:lnTo>
                    <a:pt x="0" y="19"/>
                  </a:lnTo>
                </a:path>
              </a:pathLst>
            </a:custGeom>
            <a:grpFill/>
            <a:ln>
              <a:noFill/>
            </a:ln>
          </p:spPr>
          <p:txBody>
            <a:bodyPr vert="horz" wrap="square" lIns="91440" tIns="45720" rIns="91440" bIns="45720" numCol="1" anchor="t" anchorCtr="0" compatLnSpc="1"/>
            <a:lstStyle/>
            <a:p>
              <a:endParaRPr lang="zh-CN" altLang="en-US"/>
            </a:p>
          </p:txBody>
        </p:sp>
        <p:grpSp>
          <p:nvGrpSpPr>
            <p:cNvPr id="54" name="组合 53"/>
            <p:cNvGrpSpPr/>
            <p:nvPr/>
          </p:nvGrpSpPr>
          <p:grpSpPr>
            <a:xfrm>
              <a:off x="4446471" y="3454161"/>
              <a:ext cx="462605" cy="464447"/>
              <a:chOff x="5371682" y="4735080"/>
              <a:chExt cx="462605" cy="464447"/>
            </a:xfrm>
            <a:grpFill/>
          </p:grpSpPr>
          <p:sp>
            <p:nvSpPr>
              <p:cNvPr id="61" name="Freeform 309"/>
              <p:cNvSpPr>
                <a:spLocks noEditPoints="1"/>
              </p:cNvSpPr>
              <p:nvPr>
                <p:custDataLst>
                  <p:tags r:id="rId67"/>
                </p:custDataLst>
              </p:nvPr>
            </p:nvSpPr>
            <p:spPr bwMode="auto">
              <a:xfrm>
                <a:off x="5478579" y="4835526"/>
                <a:ext cx="246047" cy="296731"/>
              </a:xfrm>
              <a:custGeom>
                <a:avLst/>
                <a:gdLst>
                  <a:gd name="T0" fmla="*/ 83 w 113"/>
                  <a:gd name="T1" fmla="*/ 136 h 136"/>
                  <a:gd name="T2" fmla="*/ 83 w 113"/>
                  <a:gd name="T3" fmla="*/ 136 h 136"/>
                  <a:gd name="T4" fmla="*/ 30 w 113"/>
                  <a:gd name="T5" fmla="*/ 136 h 136"/>
                  <a:gd name="T6" fmla="*/ 25 w 113"/>
                  <a:gd name="T7" fmla="*/ 131 h 136"/>
                  <a:gd name="T8" fmla="*/ 25 w 113"/>
                  <a:gd name="T9" fmla="*/ 130 h 136"/>
                  <a:gd name="T10" fmla="*/ 22 w 113"/>
                  <a:gd name="T11" fmla="*/ 111 h 136"/>
                  <a:gd name="T12" fmla="*/ 0 w 113"/>
                  <a:gd name="T13" fmla="*/ 57 h 136"/>
                  <a:gd name="T14" fmla="*/ 57 w 113"/>
                  <a:gd name="T15" fmla="*/ 0 h 136"/>
                  <a:gd name="T16" fmla="*/ 113 w 113"/>
                  <a:gd name="T17" fmla="*/ 57 h 136"/>
                  <a:gd name="T18" fmla="*/ 92 w 113"/>
                  <a:gd name="T19" fmla="*/ 111 h 136"/>
                  <a:gd name="T20" fmla="*/ 88 w 113"/>
                  <a:gd name="T21" fmla="*/ 130 h 136"/>
                  <a:gd name="T22" fmla="*/ 88 w 113"/>
                  <a:gd name="T23" fmla="*/ 131 h 136"/>
                  <a:gd name="T24" fmla="*/ 83 w 113"/>
                  <a:gd name="T25" fmla="*/ 136 h 136"/>
                  <a:gd name="T26" fmla="*/ 30 w 113"/>
                  <a:gd name="T27" fmla="*/ 126 h 136"/>
                  <a:gd name="T28" fmla="*/ 25 w 113"/>
                  <a:gd name="T29" fmla="*/ 130 h 136"/>
                  <a:gd name="T30" fmla="*/ 30 w 113"/>
                  <a:gd name="T31" fmla="*/ 126 h 136"/>
                  <a:gd name="T32" fmla="*/ 84 w 113"/>
                  <a:gd name="T33" fmla="*/ 126 h 136"/>
                  <a:gd name="T34" fmla="*/ 86 w 113"/>
                  <a:gd name="T35" fmla="*/ 127 h 136"/>
                  <a:gd name="T36" fmla="*/ 84 w 113"/>
                  <a:gd name="T37" fmla="*/ 126 h 136"/>
                  <a:gd name="T38" fmla="*/ 35 w 113"/>
                  <a:gd name="T39" fmla="*/ 126 h 136"/>
                  <a:gd name="T40" fmla="*/ 78 w 113"/>
                  <a:gd name="T41" fmla="*/ 126 h 136"/>
                  <a:gd name="T42" fmla="*/ 78 w 113"/>
                  <a:gd name="T43" fmla="*/ 122 h 136"/>
                  <a:gd name="T44" fmla="*/ 84 w 113"/>
                  <a:gd name="T45" fmla="*/ 105 h 136"/>
                  <a:gd name="T46" fmla="*/ 104 w 113"/>
                  <a:gd name="T47" fmla="*/ 57 h 136"/>
                  <a:gd name="T48" fmla="*/ 57 w 113"/>
                  <a:gd name="T49" fmla="*/ 10 h 136"/>
                  <a:gd name="T50" fmla="*/ 10 w 113"/>
                  <a:gd name="T51" fmla="*/ 57 h 136"/>
                  <a:gd name="T52" fmla="*/ 29 w 113"/>
                  <a:gd name="T53" fmla="*/ 105 h 136"/>
                  <a:gd name="T54" fmla="*/ 35 w 113"/>
                  <a:gd name="T55" fmla="*/ 122 h 136"/>
                  <a:gd name="T56" fmla="*/ 35 w 113"/>
                  <a:gd name="T57" fmla="*/ 126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 h="136">
                    <a:moveTo>
                      <a:pt x="83" y="136"/>
                    </a:moveTo>
                    <a:cubicBezTo>
                      <a:pt x="83" y="136"/>
                      <a:pt x="83" y="136"/>
                      <a:pt x="83" y="136"/>
                    </a:cubicBezTo>
                    <a:cubicBezTo>
                      <a:pt x="30" y="136"/>
                      <a:pt x="30" y="136"/>
                      <a:pt x="30" y="136"/>
                    </a:cubicBezTo>
                    <a:cubicBezTo>
                      <a:pt x="27" y="136"/>
                      <a:pt x="25" y="133"/>
                      <a:pt x="25" y="131"/>
                    </a:cubicBezTo>
                    <a:cubicBezTo>
                      <a:pt x="25" y="130"/>
                      <a:pt x="25" y="130"/>
                      <a:pt x="25" y="130"/>
                    </a:cubicBezTo>
                    <a:cubicBezTo>
                      <a:pt x="25" y="127"/>
                      <a:pt x="25" y="116"/>
                      <a:pt x="22" y="111"/>
                    </a:cubicBezTo>
                    <a:cubicBezTo>
                      <a:pt x="0" y="84"/>
                      <a:pt x="0" y="57"/>
                      <a:pt x="0" y="57"/>
                    </a:cubicBezTo>
                    <a:cubicBezTo>
                      <a:pt x="0" y="26"/>
                      <a:pt x="25" y="0"/>
                      <a:pt x="57" y="0"/>
                    </a:cubicBezTo>
                    <a:cubicBezTo>
                      <a:pt x="88" y="0"/>
                      <a:pt x="113" y="26"/>
                      <a:pt x="113" y="57"/>
                    </a:cubicBezTo>
                    <a:cubicBezTo>
                      <a:pt x="113" y="57"/>
                      <a:pt x="113" y="84"/>
                      <a:pt x="92" y="111"/>
                    </a:cubicBezTo>
                    <a:cubicBezTo>
                      <a:pt x="88" y="116"/>
                      <a:pt x="88" y="127"/>
                      <a:pt x="88" y="130"/>
                    </a:cubicBezTo>
                    <a:cubicBezTo>
                      <a:pt x="88" y="131"/>
                      <a:pt x="88" y="131"/>
                      <a:pt x="88" y="131"/>
                    </a:cubicBezTo>
                    <a:cubicBezTo>
                      <a:pt x="88" y="133"/>
                      <a:pt x="86" y="136"/>
                      <a:pt x="83" y="136"/>
                    </a:cubicBezTo>
                    <a:close/>
                    <a:moveTo>
                      <a:pt x="30" y="126"/>
                    </a:moveTo>
                    <a:cubicBezTo>
                      <a:pt x="27" y="126"/>
                      <a:pt x="25" y="128"/>
                      <a:pt x="25" y="130"/>
                    </a:cubicBezTo>
                    <a:cubicBezTo>
                      <a:pt x="26" y="128"/>
                      <a:pt x="28" y="126"/>
                      <a:pt x="30" y="126"/>
                    </a:cubicBezTo>
                    <a:close/>
                    <a:moveTo>
                      <a:pt x="84" y="126"/>
                    </a:moveTo>
                    <a:cubicBezTo>
                      <a:pt x="85" y="126"/>
                      <a:pt x="85" y="126"/>
                      <a:pt x="86" y="127"/>
                    </a:cubicBezTo>
                    <a:cubicBezTo>
                      <a:pt x="85" y="126"/>
                      <a:pt x="85" y="126"/>
                      <a:pt x="84" y="126"/>
                    </a:cubicBezTo>
                    <a:close/>
                    <a:moveTo>
                      <a:pt x="35" y="126"/>
                    </a:moveTo>
                    <a:cubicBezTo>
                      <a:pt x="78" y="126"/>
                      <a:pt x="78" y="126"/>
                      <a:pt x="78" y="126"/>
                    </a:cubicBezTo>
                    <a:cubicBezTo>
                      <a:pt x="78" y="124"/>
                      <a:pt x="78" y="122"/>
                      <a:pt x="78" y="122"/>
                    </a:cubicBezTo>
                    <a:cubicBezTo>
                      <a:pt x="79" y="114"/>
                      <a:pt x="81" y="109"/>
                      <a:pt x="84" y="105"/>
                    </a:cubicBezTo>
                    <a:cubicBezTo>
                      <a:pt x="103" y="80"/>
                      <a:pt x="104" y="57"/>
                      <a:pt x="104" y="57"/>
                    </a:cubicBezTo>
                    <a:cubicBezTo>
                      <a:pt x="104" y="31"/>
                      <a:pt x="82" y="10"/>
                      <a:pt x="57" y="10"/>
                    </a:cubicBezTo>
                    <a:cubicBezTo>
                      <a:pt x="31" y="10"/>
                      <a:pt x="10" y="31"/>
                      <a:pt x="10" y="57"/>
                    </a:cubicBezTo>
                    <a:cubicBezTo>
                      <a:pt x="10" y="57"/>
                      <a:pt x="10" y="80"/>
                      <a:pt x="29" y="105"/>
                    </a:cubicBezTo>
                    <a:cubicBezTo>
                      <a:pt x="32" y="109"/>
                      <a:pt x="34" y="114"/>
                      <a:pt x="35" y="122"/>
                    </a:cubicBezTo>
                    <a:cubicBezTo>
                      <a:pt x="35" y="122"/>
                      <a:pt x="35" y="124"/>
                      <a:pt x="35" y="126"/>
                    </a:cubicBezTo>
                    <a:close/>
                  </a:path>
                </a:pathLst>
              </a:custGeom>
              <a:grpFill/>
              <a:ln>
                <a:noFill/>
              </a:ln>
            </p:spPr>
            <p:txBody>
              <a:bodyPr vert="horz" wrap="square" lIns="91440" tIns="45720" rIns="91440" bIns="45720" numCol="1" anchor="t" anchorCtr="0" compatLnSpc="1"/>
              <a:lstStyle/>
              <a:p>
                <a:endParaRPr lang="zh-CN" altLang="en-US"/>
              </a:p>
            </p:txBody>
          </p:sp>
          <p:sp>
            <p:nvSpPr>
              <p:cNvPr id="62" name="任意多边形 84"/>
              <p:cNvSpPr/>
              <p:nvPr>
                <p:custDataLst>
                  <p:tags r:id="rId68"/>
                </p:custDataLst>
              </p:nvPr>
            </p:nvSpPr>
            <p:spPr bwMode="auto">
              <a:xfrm>
                <a:off x="5371682" y="4735080"/>
                <a:ext cx="462605" cy="464447"/>
              </a:xfrm>
              <a:custGeom>
                <a:avLst/>
                <a:gdLst>
                  <a:gd name="connsiteX0" fmla="*/ 185067 w 462605"/>
                  <a:gd name="connsiteY0" fmla="*/ 421135 h 464447"/>
                  <a:gd name="connsiteX1" fmla="*/ 276617 w 462605"/>
                  <a:gd name="connsiteY1" fmla="*/ 421135 h 464447"/>
                  <a:gd name="connsiteX2" fmla="*/ 287516 w 462605"/>
                  <a:gd name="connsiteY2" fmla="*/ 432193 h 464447"/>
                  <a:gd name="connsiteX3" fmla="*/ 276617 w 462605"/>
                  <a:gd name="connsiteY3" fmla="*/ 443252 h 464447"/>
                  <a:gd name="connsiteX4" fmla="*/ 261902 w 462605"/>
                  <a:gd name="connsiteY4" fmla="*/ 443252 h 464447"/>
                  <a:gd name="connsiteX5" fmla="*/ 272771 w 462605"/>
                  <a:gd name="connsiteY5" fmla="*/ 453850 h 464447"/>
                  <a:gd name="connsiteX6" fmla="*/ 261902 w 462605"/>
                  <a:gd name="connsiteY6" fmla="*/ 464447 h 464447"/>
                  <a:gd name="connsiteX7" fmla="*/ 198860 w 462605"/>
                  <a:gd name="connsiteY7" fmla="*/ 464447 h 464447"/>
                  <a:gd name="connsiteX8" fmla="*/ 187991 w 462605"/>
                  <a:gd name="connsiteY8" fmla="*/ 453850 h 464447"/>
                  <a:gd name="connsiteX9" fmla="*/ 198860 w 462605"/>
                  <a:gd name="connsiteY9" fmla="*/ 443252 h 464447"/>
                  <a:gd name="connsiteX10" fmla="*/ 196511 w 462605"/>
                  <a:gd name="connsiteY10" fmla="*/ 443252 h 464447"/>
                  <a:gd name="connsiteX11" fmla="*/ 185067 w 462605"/>
                  <a:gd name="connsiteY11" fmla="*/ 443252 h 464447"/>
                  <a:gd name="connsiteX12" fmla="*/ 174168 w 462605"/>
                  <a:gd name="connsiteY12" fmla="*/ 432193 h 464447"/>
                  <a:gd name="connsiteX13" fmla="*/ 185067 w 462605"/>
                  <a:gd name="connsiteY13" fmla="*/ 421135 h 464447"/>
                  <a:gd name="connsiteX14" fmla="*/ 176807 w 462605"/>
                  <a:gd name="connsiteY14" fmla="*/ 397176 h 464447"/>
                  <a:gd name="connsiteX15" fmla="*/ 283954 w 462605"/>
                  <a:gd name="connsiteY15" fmla="*/ 397176 h 464447"/>
                  <a:gd name="connsiteX16" fmla="*/ 294887 w 462605"/>
                  <a:gd name="connsiteY16" fmla="*/ 408234 h 464447"/>
                  <a:gd name="connsiteX17" fmla="*/ 283954 w 462605"/>
                  <a:gd name="connsiteY17" fmla="*/ 419293 h 464447"/>
                  <a:gd name="connsiteX18" fmla="*/ 176807 w 462605"/>
                  <a:gd name="connsiteY18" fmla="*/ 419293 h 464447"/>
                  <a:gd name="connsiteX19" fmla="*/ 165874 w 462605"/>
                  <a:gd name="connsiteY19" fmla="*/ 408234 h 464447"/>
                  <a:gd name="connsiteX20" fmla="*/ 176807 w 462605"/>
                  <a:gd name="connsiteY20" fmla="*/ 397176 h 464447"/>
                  <a:gd name="connsiteX21" fmla="*/ 368528 w 462605"/>
                  <a:gd name="connsiteY21" fmla="*/ 303516 h 464447"/>
                  <a:gd name="connsiteX22" fmla="*/ 427804 w 462605"/>
                  <a:gd name="connsiteY22" fmla="*/ 336188 h 464447"/>
                  <a:gd name="connsiteX23" fmla="*/ 430000 w 462605"/>
                  <a:gd name="connsiteY23" fmla="*/ 344901 h 464447"/>
                  <a:gd name="connsiteX24" fmla="*/ 423414 w 462605"/>
                  <a:gd name="connsiteY24" fmla="*/ 349257 h 464447"/>
                  <a:gd name="connsiteX25" fmla="*/ 421218 w 462605"/>
                  <a:gd name="connsiteY25" fmla="*/ 347079 h 464447"/>
                  <a:gd name="connsiteX26" fmla="*/ 361942 w 462605"/>
                  <a:gd name="connsiteY26" fmla="*/ 314407 h 464447"/>
                  <a:gd name="connsiteX27" fmla="*/ 359747 w 462605"/>
                  <a:gd name="connsiteY27" fmla="*/ 305695 h 464447"/>
                  <a:gd name="connsiteX28" fmla="*/ 368528 w 462605"/>
                  <a:gd name="connsiteY28" fmla="*/ 303516 h 464447"/>
                  <a:gd name="connsiteX29" fmla="*/ 91448 w 462605"/>
                  <a:gd name="connsiteY29" fmla="*/ 303516 h 464447"/>
                  <a:gd name="connsiteX30" fmla="*/ 100121 w 462605"/>
                  <a:gd name="connsiteY30" fmla="*/ 305695 h 464447"/>
                  <a:gd name="connsiteX31" fmla="*/ 97953 w 462605"/>
                  <a:gd name="connsiteY31" fmla="*/ 314407 h 464447"/>
                  <a:gd name="connsiteX32" fmla="*/ 39409 w 462605"/>
                  <a:gd name="connsiteY32" fmla="*/ 347079 h 464447"/>
                  <a:gd name="connsiteX33" fmla="*/ 37240 w 462605"/>
                  <a:gd name="connsiteY33" fmla="*/ 349257 h 464447"/>
                  <a:gd name="connsiteX34" fmla="*/ 30736 w 462605"/>
                  <a:gd name="connsiteY34" fmla="*/ 344901 h 464447"/>
                  <a:gd name="connsiteX35" fmla="*/ 32904 w 462605"/>
                  <a:gd name="connsiteY35" fmla="*/ 336188 h 464447"/>
                  <a:gd name="connsiteX36" fmla="*/ 91448 w 462605"/>
                  <a:gd name="connsiteY36" fmla="*/ 303516 h 464447"/>
                  <a:gd name="connsiteX37" fmla="*/ 196285 w 462605"/>
                  <a:gd name="connsiteY37" fmla="*/ 274613 h 464447"/>
                  <a:gd name="connsiteX38" fmla="*/ 197615 w 462605"/>
                  <a:gd name="connsiteY38" fmla="*/ 282721 h 464447"/>
                  <a:gd name="connsiteX39" fmla="*/ 203115 w 462605"/>
                  <a:gd name="connsiteY39" fmla="*/ 277378 h 464447"/>
                  <a:gd name="connsiteX40" fmla="*/ 209620 w 462605"/>
                  <a:gd name="connsiteY40" fmla="*/ 283697 h 464447"/>
                  <a:gd name="connsiteX41" fmla="*/ 211789 w 462605"/>
                  <a:gd name="connsiteY41" fmla="*/ 287909 h 464447"/>
                  <a:gd name="connsiteX42" fmla="*/ 213957 w 462605"/>
                  <a:gd name="connsiteY42" fmla="*/ 283697 h 464447"/>
                  <a:gd name="connsiteX43" fmla="*/ 222630 w 462605"/>
                  <a:gd name="connsiteY43" fmla="*/ 277378 h 464447"/>
                  <a:gd name="connsiteX44" fmla="*/ 229135 w 462605"/>
                  <a:gd name="connsiteY44" fmla="*/ 283697 h 464447"/>
                  <a:gd name="connsiteX45" fmla="*/ 231303 w 462605"/>
                  <a:gd name="connsiteY45" fmla="*/ 287909 h 464447"/>
                  <a:gd name="connsiteX46" fmla="*/ 233472 w 462605"/>
                  <a:gd name="connsiteY46" fmla="*/ 283697 h 464447"/>
                  <a:gd name="connsiteX47" fmla="*/ 239976 w 462605"/>
                  <a:gd name="connsiteY47" fmla="*/ 277378 h 464447"/>
                  <a:gd name="connsiteX48" fmla="*/ 248650 w 462605"/>
                  <a:gd name="connsiteY48" fmla="*/ 283697 h 464447"/>
                  <a:gd name="connsiteX49" fmla="*/ 250818 w 462605"/>
                  <a:gd name="connsiteY49" fmla="*/ 287909 h 464447"/>
                  <a:gd name="connsiteX50" fmla="*/ 252986 w 462605"/>
                  <a:gd name="connsiteY50" fmla="*/ 283697 h 464447"/>
                  <a:gd name="connsiteX51" fmla="*/ 259491 w 462605"/>
                  <a:gd name="connsiteY51" fmla="*/ 277378 h 464447"/>
                  <a:gd name="connsiteX52" fmla="*/ 262607 w 462605"/>
                  <a:gd name="connsiteY52" fmla="*/ 280404 h 464447"/>
                  <a:gd name="connsiteX53" fmla="*/ 263557 w 462605"/>
                  <a:gd name="connsiteY53" fmla="*/ 274613 h 464447"/>
                  <a:gd name="connsiteX54" fmla="*/ 274615 w 462605"/>
                  <a:gd name="connsiteY54" fmla="*/ 277377 h 464447"/>
                  <a:gd name="connsiteX55" fmla="*/ 255263 w 462605"/>
                  <a:gd name="connsiteY55" fmla="*/ 395333 h 464447"/>
                  <a:gd name="connsiteX56" fmla="*/ 244204 w 462605"/>
                  <a:gd name="connsiteY56" fmla="*/ 392568 h 464447"/>
                  <a:gd name="connsiteX57" fmla="*/ 261712 w 462605"/>
                  <a:gd name="connsiteY57" fmla="*/ 285854 h 464447"/>
                  <a:gd name="connsiteX58" fmla="*/ 261659 w 462605"/>
                  <a:gd name="connsiteY58" fmla="*/ 285803 h 464447"/>
                  <a:gd name="connsiteX59" fmla="*/ 259491 w 462605"/>
                  <a:gd name="connsiteY59" fmla="*/ 281590 h 464447"/>
                  <a:gd name="connsiteX60" fmla="*/ 257323 w 462605"/>
                  <a:gd name="connsiteY60" fmla="*/ 285803 h 464447"/>
                  <a:gd name="connsiteX61" fmla="*/ 250818 w 462605"/>
                  <a:gd name="connsiteY61" fmla="*/ 292122 h 464447"/>
                  <a:gd name="connsiteX62" fmla="*/ 242145 w 462605"/>
                  <a:gd name="connsiteY62" fmla="*/ 285803 h 464447"/>
                  <a:gd name="connsiteX63" fmla="*/ 239976 w 462605"/>
                  <a:gd name="connsiteY63" fmla="*/ 281590 h 464447"/>
                  <a:gd name="connsiteX64" fmla="*/ 237808 w 462605"/>
                  <a:gd name="connsiteY64" fmla="*/ 285803 h 464447"/>
                  <a:gd name="connsiteX65" fmla="*/ 231303 w 462605"/>
                  <a:gd name="connsiteY65" fmla="*/ 292122 h 464447"/>
                  <a:gd name="connsiteX66" fmla="*/ 224798 w 462605"/>
                  <a:gd name="connsiteY66" fmla="*/ 285803 h 464447"/>
                  <a:gd name="connsiteX67" fmla="*/ 222630 w 462605"/>
                  <a:gd name="connsiteY67" fmla="*/ 281590 h 464447"/>
                  <a:gd name="connsiteX68" fmla="*/ 220462 w 462605"/>
                  <a:gd name="connsiteY68" fmla="*/ 285803 h 464447"/>
                  <a:gd name="connsiteX69" fmla="*/ 211789 w 462605"/>
                  <a:gd name="connsiteY69" fmla="*/ 292122 h 464447"/>
                  <a:gd name="connsiteX70" fmla="*/ 205284 w 462605"/>
                  <a:gd name="connsiteY70" fmla="*/ 285803 h 464447"/>
                  <a:gd name="connsiteX71" fmla="*/ 203115 w 462605"/>
                  <a:gd name="connsiteY71" fmla="*/ 281590 h 464447"/>
                  <a:gd name="connsiteX72" fmla="*/ 200947 w 462605"/>
                  <a:gd name="connsiteY72" fmla="*/ 285803 h 464447"/>
                  <a:gd name="connsiteX73" fmla="*/ 198509 w 462605"/>
                  <a:gd name="connsiteY73" fmla="*/ 288171 h 464447"/>
                  <a:gd name="connsiteX74" fmla="*/ 215637 w 462605"/>
                  <a:gd name="connsiteY74" fmla="*/ 392568 h 464447"/>
                  <a:gd name="connsiteX75" fmla="*/ 204579 w 462605"/>
                  <a:gd name="connsiteY75" fmla="*/ 395333 h 464447"/>
                  <a:gd name="connsiteX76" fmla="*/ 185226 w 462605"/>
                  <a:gd name="connsiteY76" fmla="*/ 277377 h 464447"/>
                  <a:gd name="connsiteX77" fmla="*/ 6575 w 462605"/>
                  <a:gd name="connsiteY77" fmla="*/ 224851 h 464447"/>
                  <a:gd name="connsiteX78" fmla="*/ 74519 w 462605"/>
                  <a:gd name="connsiteY78" fmla="*/ 224851 h 464447"/>
                  <a:gd name="connsiteX79" fmla="*/ 81094 w 462605"/>
                  <a:gd name="connsiteY79" fmla="*/ 231486 h 464447"/>
                  <a:gd name="connsiteX80" fmla="*/ 74519 w 462605"/>
                  <a:gd name="connsiteY80" fmla="*/ 235909 h 464447"/>
                  <a:gd name="connsiteX81" fmla="*/ 6575 w 462605"/>
                  <a:gd name="connsiteY81" fmla="*/ 235909 h 464447"/>
                  <a:gd name="connsiteX82" fmla="*/ 0 w 462605"/>
                  <a:gd name="connsiteY82" fmla="*/ 231486 h 464447"/>
                  <a:gd name="connsiteX83" fmla="*/ 6575 w 462605"/>
                  <a:gd name="connsiteY83" fmla="*/ 224851 h 464447"/>
                  <a:gd name="connsiteX84" fmla="*/ 386216 w 462605"/>
                  <a:gd name="connsiteY84" fmla="*/ 223008 h 464447"/>
                  <a:gd name="connsiteX85" fmla="*/ 456058 w 462605"/>
                  <a:gd name="connsiteY85" fmla="*/ 223008 h 464447"/>
                  <a:gd name="connsiteX86" fmla="*/ 462605 w 462605"/>
                  <a:gd name="connsiteY86" fmla="*/ 229459 h 464447"/>
                  <a:gd name="connsiteX87" fmla="*/ 456058 w 462605"/>
                  <a:gd name="connsiteY87" fmla="*/ 235909 h 464447"/>
                  <a:gd name="connsiteX88" fmla="*/ 386216 w 462605"/>
                  <a:gd name="connsiteY88" fmla="*/ 235909 h 464447"/>
                  <a:gd name="connsiteX89" fmla="*/ 379668 w 462605"/>
                  <a:gd name="connsiteY89" fmla="*/ 229459 h 464447"/>
                  <a:gd name="connsiteX90" fmla="*/ 386216 w 462605"/>
                  <a:gd name="connsiteY90" fmla="*/ 223008 h 464447"/>
                  <a:gd name="connsiteX91" fmla="*/ 231369 w 462605"/>
                  <a:gd name="connsiteY91" fmla="*/ 140071 h 464447"/>
                  <a:gd name="connsiteX92" fmla="*/ 316083 w 462605"/>
                  <a:gd name="connsiteY92" fmla="*/ 224786 h 464447"/>
                  <a:gd name="connsiteX93" fmla="*/ 309567 w 462605"/>
                  <a:gd name="connsiteY93" fmla="*/ 231302 h 464447"/>
                  <a:gd name="connsiteX94" fmla="*/ 303050 w 462605"/>
                  <a:gd name="connsiteY94" fmla="*/ 224786 h 464447"/>
                  <a:gd name="connsiteX95" fmla="*/ 231369 w 462605"/>
                  <a:gd name="connsiteY95" fmla="*/ 153104 h 464447"/>
                  <a:gd name="connsiteX96" fmla="*/ 224852 w 462605"/>
                  <a:gd name="connsiteY96" fmla="*/ 146588 h 464447"/>
                  <a:gd name="connsiteX97" fmla="*/ 231369 w 462605"/>
                  <a:gd name="connsiteY97" fmla="*/ 140071 h 464447"/>
                  <a:gd name="connsiteX98" fmla="*/ 421218 w 462605"/>
                  <a:gd name="connsiteY98" fmla="*/ 113682 h 464447"/>
                  <a:gd name="connsiteX99" fmla="*/ 430000 w 462605"/>
                  <a:gd name="connsiteY99" fmla="*/ 115861 h 464447"/>
                  <a:gd name="connsiteX100" fmla="*/ 427804 w 462605"/>
                  <a:gd name="connsiteY100" fmla="*/ 124573 h 464447"/>
                  <a:gd name="connsiteX101" fmla="*/ 368528 w 462605"/>
                  <a:gd name="connsiteY101" fmla="*/ 157245 h 464447"/>
                  <a:gd name="connsiteX102" fmla="*/ 364137 w 462605"/>
                  <a:gd name="connsiteY102" fmla="*/ 159423 h 464447"/>
                  <a:gd name="connsiteX103" fmla="*/ 359747 w 462605"/>
                  <a:gd name="connsiteY103" fmla="*/ 155067 h 464447"/>
                  <a:gd name="connsiteX104" fmla="*/ 361942 w 462605"/>
                  <a:gd name="connsiteY104" fmla="*/ 146354 h 464447"/>
                  <a:gd name="connsiteX105" fmla="*/ 421218 w 462605"/>
                  <a:gd name="connsiteY105" fmla="*/ 113682 h 464447"/>
                  <a:gd name="connsiteX106" fmla="*/ 39409 w 462605"/>
                  <a:gd name="connsiteY106" fmla="*/ 113682 h 464447"/>
                  <a:gd name="connsiteX107" fmla="*/ 97953 w 462605"/>
                  <a:gd name="connsiteY107" fmla="*/ 146354 h 464447"/>
                  <a:gd name="connsiteX108" fmla="*/ 100121 w 462605"/>
                  <a:gd name="connsiteY108" fmla="*/ 155066 h 464447"/>
                  <a:gd name="connsiteX109" fmla="*/ 95784 w 462605"/>
                  <a:gd name="connsiteY109" fmla="*/ 159423 h 464447"/>
                  <a:gd name="connsiteX110" fmla="*/ 91448 w 462605"/>
                  <a:gd name="connsiteY110" fmla="*/ 157245 h 464447"/>
                  <a:gd name="connsiteX111" fmla="*/ 32904 w 462605"/>
                  <a:gd name="connsiteY111" fmla="*/ 124573 h 464447"/>
                  <a:gd name="connsiteX112" fmla="*/ 30736 w 462605"/>
                  <a:gd name="connsiteY112" fmla="*/ 115860 h 464447"/>
                  <a:gd name="connsiteX113" fmla="*/ 39409 w 462605"/>
                  <a:gd name="connsiteY113" fmla="*/ 113682 h 464447"/>
                  <a:gd name="connsiteX114" fmla="*/ 344901 w 462605"/>
                  <a:gd name="connsiteY114" fmla="*/ 30735 h 464447"/>
                  <a:gd name="connsiteX115" fmla="*/ 347079 w 462605"/>
                  <a:gd name="connsiteY115" fmla="*/ 39408 h 464447"/>
                  <a:gd name="connsiteX116" fmla="*/ 314407 w 462605"/>
                  <a:gd name="connsiteY116" fmla="*/ 97952 h 464447"/>
                  <a:gd name="connsiteX117" fmla="*/ 307873 w 462605"/>
                  <a:gd name="connsiteY117" fmla="*/ 102289 h 464447"/>
                  <a:gd name="connsiteX118" fmla="*/ 305695 w 462605"/>
                  <a:gd name="connsiteY118" fmla="*/ 100120 h 464447"/>
                  <a:gd name="connsiteX119" fmla="*/ 303516 w 462605"/>
                  <a:gd name="connsiteY119" fmla="*/ 91447 h 464447"/>
                  <a:gd name="connsiteX120" fmla="*/ 336188 w 462605"/>
                  <a:gd name="connsiteY120" fmla="*/ 32903 h 464447"/>
                  <a:gd name="connsiteX121" fmla="*/ 344901 w 462605"/>
                  <a:gd name="connsiteY121" fmla="*/ 30735 h 464447"/>
                  <a:gd name="connsiteX122" fmla="*/ 115861 w 462605"/>
                  <a:gd name="connsiteY122" fmla="*/ 30735 h 464447"/>
                  <a:gd name="connsiteX123" fmla="*/ 124573 w 462605"/>
                  <a:gd name="connsiteY123" fmla="*/ 32903 h 464447"/>
                  <a:gd name="connsiteX124" fmla="*/ 157245 w 462605"/>
                  <a:gd name="connsiteY124" fmla="*/ 91447 h 464447"/>
                  <a:gd name="connsiteX125" fmla="*/ 155067 w 462605"/>
                  <a:gd name="connsiteY125" fmla="*/ 100120 h 464447"/>
                  <a:gd name="connsiteX126" fmla="*/ 152889 w 462605"/>
                  <a:gd name="connsiteY126" fmla="*/ 102289 h 464447"/>
                  <a:gd name="connsiteX127" fmla="*/ 146354 w 462605"/>
                  <a:gd name="connsiteY127" fmla="*/ 97952 h 464447"/>
                  <a:gd name="connsiteX128" fmla="*/ 113682 w 462605"/>
                  <a:gd name="connsiteY128" fmla="*/ 39408 h 464447"/>
                  <a:gd name="connsiteX129" fmla="*/ 115861 w 462605"/>
                  <a:gd name="connsiteY129" fmla="*/ 30735 h 464447"/>
                  <a:gd name="connsiteX130" fmla="*/ 231303 w 462605"/>
                  <a:gd name="connsiteY130" fmla="*/ 0 h 464447"/>
                  <a:gd name="connsiteX131" fmla="*/ 237753 w 462605"/>
                  <a:gd name="connsiteY131" fmla="*/ 6575 h 464447"/>
                  <a:gd name="connsiteX132" fmla="*/ 237753 w 462605"/>
                  <a:gd name="connsiteY132" fmla="*/ 74519 h 464447"/>
                  <a:gd name="connsiteX133" fmla="*/ 231303 w 462605"/>
                  <a:gd name="connsiteY133" fmla="*/ 81094 h 464447"/>
                  <a:gd name="connsiteX134" fmla="*/ 224852 w 462605"/>
                  <a:gd name="connsiteY134" fmla="*/ 74519 h 464447"/>
                  <a:gd name="connsiteX135" fmla="*/ 224852 w 462605"/>
                  <a:gd name="connsiteY135" fmla="*/ 6575 h 464447"/>
                  <a:gd name="connsiteX136" fmla="*/ 231303 w 462605"/>
                  <a:gd name="connsiteY136" fmla="*/ 0 h 464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462605" h="464447">
                    <a:moveTo>
                      <a:pt x="185067" y="421135"/>
                    </a:moveTo>
                    <a:cubicBezTo>
                      <a:pt x="276617" y="421135"/>
                      <a:pt x="276617" y="421135"/>
                      <a:pt x="276617" y="421135"/>
                    </a:cubicBezTo>
                    <a:cubicBezTo>
                      <a:pt x="280977" y="421135"/>
                      <a:pt x="287516" y="425558"/>
                      <a:pt x="287516" y="432193"/>
                    </a:cubicBezTo>
                    <a:cubicBezTo>
                      <a:pt x="287516" y="438828"/>
                      <a:pt x="280977" y="443252"/>
                      <a:pt x="276617" y="443252"/>
                    </a:cubicBezTo>
                    <a:lnTo>
                      <a:pt x="261902" y="443252"/>
                    </a:lnTo>
                    <a:cubicBezTo>
                      <a:pt x="268424" y="443252"/>
                      <a:pt x="272771" y="449611"/>
                      <a:pt x="272771" y="453850"/>
                    </a:cubicBezTo>
                    <a:cubicBezTo>
                      <a:pt x="272771" y="460208"/>
                      <a:pt x="268424" y="464447"/>
                      <a:pt x="261902" y="464447"/>
                    </a:cubicBezTo>
                    <a:cubicBezTo>
                      <a:pt x="198860" y="464447"/>
                      <a:pt x="198860" y="464447"/>
                      <a:pt x="198860" y="464447"/>
                    </a:cubicBezTo>
                    <a:cubicBezTo>
                      <a:pt x="192339" y="464447"/>
                      <a:pt x="187991" y="460208"/>
                      <a:pt x="187991" y="453850"/>
                    </a:cubicBezTo>
                    <a:cubicBezTo>
                      <a:pt x="187991" y="449611"/>
                      <a:pt x="192339" y="443252"/>
                      <a:pt x="198860" y="443252"/>
                    </a:cubicBezTo>
                    <a:lnTo>
                      <a:pt x="196511" y="443252"/>
                    </a:lnTo>
                    <a:cubicBezTo>
                      <a:pt x="185067" y="443252"/>
                      <a:pt x="185067" y="443252"/>
                      <a:pt x="185067" y="443252"/>
                    </a:cubicBezTo>
                    <a:cubicBezTo>
                      <a:pt x="178527" y="443252"/>
                      <a:pt x="174168" y="438828"/>
                      <a:pt x="174168" y="432193"/>
                    </a:cubicBezTo>
                    <a:cubicBezTo>
                      <a:pt x="174168" y="425558"/>
                      <a:pt x="178527" y="421135"/>
                      <a:pt x="185067" y="421135"/>
                    </a:cubicBezTo>
                    <a:close/>
                    <a:moveTo>
                      <a:pt x="176807" y="397176"/>
                    </a:moveTo>
                    <a:cubicBezTo>
                      <a:pt x="283954" y="397176"/>
                      <a:pt x="283954" y="397176"/>
                      <a:pt x="283954" y="397176"/>
                    </a:cubicBezTo>
                    <a:cubicBezTo>
                      <a:pt x="290514" y="397176"/>
                      <a:pt x="294887" y="403811"/>
                      <a:pt x="294887" y="408234"/>
                    </a:cubicBezTo>
                    <a:cubicBezTo>
                      <a:pt x="294887" y="414869"/>
                      <a:pt x="290514" y="419293"/>
                      <a:pt x="283954" y="419293"/>
                    </a:cubicBezTo>
                    <a:cubicBezTo>
                      <a:pt x="176807" y="419293"/>
                      <a:pt x="176807" y="419293"/>
                      <a:pt x="176807" y="419293"/>
                    </a:cubicBezTo>
                    <a:cubicBezTo>
                      <a:pt x="170247" y="419293"/>
                      <a:pt x="165874" y="414869"/>
                      <a:pt x="165874" y="408234"/>
                    </a:cubicBezTo>
                    <a:cubicBezTo>
                      <a:pt x="165874" y="403811"/>
                      <a:pt x="170247" y="397176"/>
                      <a:pt x="176807" y="397176"/>
                    </a:cubicBezTo>
                    <a:close/>
                    <a:moveTo>
                      <a:pt x="368528" y="303516"/>
                    </a:moveTo>
                    <a:cubicBezTo>
                      <a:pt x="427804" y="336188"/>
                      <a:pt x="427804" y="336188"/>
                      <a:pt x="427804" y="336188"/>
                    </a:cubicBezTo>
                    <a:cubicBezTo>
                      <a:pt x="430000" y="338367"/>
                      <a:pt x="432195" y="342723"/>
                      <a:pt x="430000" y="344901"/>
                    </a:cubicBezTo>
                    <a:cubicBezTo>
                      <a:pt x="427804" y="347079"/>
                      <a:pt x="425609" y="349257"/>
                      <a:pt x="423414" y="349257"/>
                    </a:cubicBezTo>
                    <a:cubicBezTo>
                      <a:pt x="423414" y="349257"/>
                      <a:pt x="421218" y="349257"/>
                      <a:pt x="421218" y="347079"/>
                    </a:cubicBezTo>
                    <a:cubicBezTo>
                      <a:pt x="361942" y="314407"/>
                      <a:pt x="361942" y="314407"/>
                      <a:pt x="361942" y="314407"/>
                    </a:cubicBezTo>
                    <a:cubicBezTo>
                      <a:pt x="357551" y="312229"/>
                      <a:pt x="357551" y="307873"/>
                      <a:pt x="359747" y="305695"/>
                    </a:cubicBezTo>
                    <a:cubicBezTo>
                      <a:pt x="361942" y="301338"/>
                      <a:pt x="364137" y="301338"/>
                      <a:pt x="368528" y="303516"/>
                    </a:cubicBezTo>
                    <a:close/>
                    <a:moveTo>
                      <a:pt x="91448" y="303516"/>
                    </a:moveTo>
                    <a:cubicBezTo>
                      <a:pt x="95784" y="301338"/>
                      <a:pt x="100121" y="301338"/>
                      <a:pt x="100121" y="305695"/>
                    </a:cubicBezTo>
                    <a:cubicBezTo>
                      <a:pt x="102289" y="307873"/>
                      <a:pt x="102289" y="312229"/>
                      <a:pt x="97953" y="314407"/>
                    </a:cubicBezTo>
                    <a:cubicBezTo>
                      <a:pt x="39409" y="347079"/>
                      <a:pt x="39409" y="347079"/>
                      <a:pt x="39409" y="347079"/>
                    </a:cubicBezTo>
                    <a:cubicBezTo>
                      <a:pt x="39409" y="349257"/>
                      <a:pt x="37240" y="349257"/>
                      <a:pt x="37240" y="349257"/>
                    </a:cubicBezTo>
                    <a:cubicBezTo>
                      <a:pt x="35072" y="349257"/>
                      <a:pt x="32904" y="347079"/>
                      <a:pt x="30736" y="344901"/>
                    </a:cubicBezTo>
                    <a:cubicBezTo>
                      <a:pt x="28567" y="342723"/>
                      <a:pt x="30736" y="338367"/>
                      <a:pt x="32904" y="336188"/>
                    </a:cubicBezTo>
                    <a:cubicBezTo>
                      <a:pt x="91448" y="303516"/>
                      <a:pt x="91448" y="303516"/>
                      <a:pt x="91448" y="303516"/>
                    </a:cubicBezTo>
                    <a:close/>
                    <a:moveTo>
                      <a:pt x="196285" y="274613"/>
                    </a:moveTo>
                    <a:lnTo>
                      <a:pt x="197615" y="282721"/>
                    </a:lnTo>
                    <a:lnTo>
                      <a:pt x="203115" y="277378"/>
                    </a:lnTo>
                    <a:cubicBezTo>
                      <a:pt x="207452" y="277378"/>
                      <a:pt x="209620" y="279484"/>
                      <a:pt x="209620" y="283697"/>
                    </a:cubicBezTo>
                    <a:cubicBezTo>
                      <a:pt x="211789" y="283697"/>
                      <a:pt x="211789" y="287909"/>
                      <a:pt x="211789" y="287909"/>
                    </a:cubicBezTo>
                    <a:cubicBezTo>
                      <a:pt x="213957" y="287909"/>
                      <a:pt x="213957" y="283697"/>
                      <a:pt x="213957" y="283697"/>
                    </a:cubicBezTo>
                    <a:cubicBezTo>
                      <a:pt x="216125" y="279484"/>
                      <a:pt x="218293" y="277378"/>
                      <a:pt x="222630" y="277378"/>
                    </a:cubicBezTo>
                    <a:cubicBezTo>
                      <a:pt x="226967" y="277378"/>
                      <a:pt x="226967" y="279484"/>
                      <a:pt x="229135" y="283697"/>
                    </a:cubicBezTo>
                    <a:cubicBezTo>
                      <a:pt x="229135" y="283697"/>
                      <a:pt x="231303" y="287909"/>
                      <a:pt x="231303" y="287909"/>
                    </a:cubicBezTo>
                    <a:cubicBezTo>
                      <a:pt x="231303" y="287909"/>
                      <a:pt x="233472" y="283697"/>
                      <a:pt x="233472" y="283697"/>
                    </a:cubicBezTo>
                    <a:cubicBezTo>
                      <a:pt x="235640" y="279484"/>
                      <a:pt x="235640" y="277378"/>
                      <a:pt x="239976" y="277378"/>
                    </a:cubicBezTo>
                    <a:cubicBezTo>
                      <a:pt x="244313" y="277378"/>
                      <a:pt x="246481" y="279484"/>
                      <a:pt x="248650" y="283697"/>
                    </a:cubicBezTo>
                    <a:cubicBezTo>
                      <a:pt x="248650" y="283697"/>
                      <a:pt x="248650" y="287909"/>
                      <a:pt x="250818" y="287909"/>
                    </a:cubicBezTo>
                    <a:cubicBezTo>
                      <a:pt x="250818" y="287909"/>
                      <a:pt x="250818" y="283697"/>
                      <a:pt x="252986" y="283697"/>
                    </a:cubicBezTo>
                    <a:cubicBezTo>
                      <a:pt x="252986" y="279484"/>
                      <a:pt x="255154" y="277378"/>
                      <a:pt x="259491" y="277378"/>
                    </a:cubicBezTo>
                    <a:lnTo>
                      <a:pt x="262607" y="280404"/>
                    </a:lnTo>
                    <a:lnTo>
                      <a:pt x="263557" y="274613"/>
                    </a:lnTo>
                    <a:lnTo>
                      <a:pt x="274615" y="277377"/>
                    </a:lnTo>
                    <a:lnTo>
                      <a:pt x="255263" y="395333"/>
                    </a:lnTo>
                    <a:lnTo>
                      <a:pt x="244204" y="392568"/>
                    </a:lnTo>
                    <a:lnTo>
                      <a:pt x="261712" y="285854"/>
                    </a:lnTo>
                    <a:lnTo>
                      <a:pt x="261659" y="285803"/>
                    </a:lnTo>
                    <a:cubicBezTo>
                      <a:pt x="261659" y="283697"/>
                      <a:pt x="259491" y="281590"/>
                      <a:pt x="259491" y="281590"/>
                    </a:cubicBezTo>
                    <a:cubicBezTo>
                      <a:pt x="259491" y="281590"/>
                      <a:pt x="257323" y="283697"/>
                      <a:pt x="257323" y="285803"/>
                    </a:cubicBezTo>
                    <a:cubicBezTo>
                      <a:pt x="255154" y="287909"/>
                      <a:pt x="252986" y="292122"/>
                      <a:pt x="250818" y="292122"/>
                    </a:cubicBezTo>
                    <a:cubicBezTo>
                      <a:pt x="246481" y="292122"/>
                      <a:pt x="244313" y="287909"/>
                      <a:pt x="242145" y="285803"/>
                    </a:cubicBezTo>
                    <a:cubicBezTo>
                      <a:pt x="242145" y="283697"/>
                      <a:pt x="242145" y="281590"/>
                      <a:pt x="239976" y="281590"/>
                    </a:cubicBezTo>
                    <a:cubicBezTo>
                      <a:pt x="239976" y="281590"/>
                      <a:pt x="239976" y="283697"/>
                      <a:pt x="237808" y="285803"/>
                    </a:cubicBezTo>
                    <a:cubicBezTo>
                      <a:pt x="237808" y="287909"/>
                      <a:pt x="235640" y="292122"/>
                      <a:pt x="231303" y="292122"/>
                    </a:cubicBezTo>
                    <a:cubicBezTo>
                      <a:pt x="226967" y="292122"/>
                      <a:pt x="224798" y="287909"/>
                      <a:pt x="224798" y="285803"/>
                    </a:cubicBezTo>
                    <a:cubicBezTo>
                      <a:pt x="224798" y="283697"/>
                      <a:pt x="222630" y="281590"/>
                      <a:pt x="222630" y="281590"/>
                    </a:cubicBezTo>
                    <a:cubicBezTo>
                      <a:pt x="220462" y="281590"/>
                      <a:pt x="220462" y="283697"/>
                      <a:pt x="220462" y="285803"/>
                    </a:cubicBezTo>
                    <a:cubicBezTo>
                      <a:pt x="218293" y="287909"/>
                      <a:pt x="216125" y="292122"/>
                      <a:pt x="211789" y="292122"/>
                    </a:cubicBezTo>
                    <a:cubicBezTo>
                      <a:pt x="209620" y="292122"/>
                      <a:pt x="207452" y="287909"/>
                      <a:pt x="205284" y="285803"/>
                    </a:cubicBezTo>
                    <a:cubicBezTo>
                      <a:pt x="205284" y="283697"/>
                      <a:pt x="203115" y="281590"/>
                      <a:pt x="203115" y="281590"/>
                    </a:cubicBezTo>
                    <a:cubicBezTo>
                      <a:pt x="203115" y="281590"/>
                      <a:pt x="200947" y="283697"/>
                      <a:pt x="200947" y="285803"/>
                    </a:cubicBezTo>
                    <a:lnTo>
                      <a:pt x="198509" y="288171"/>
                    </a:lnTo>
                    <a:lnTo>
                      <a:pt x="215637" y="392568"/>
                    </a:lnTo>
                    <a:lnTo>
                      <a:pt x="204579" y="395333"/>
                    </a:lnTo>
                    <a:lnTo>
                      <a:pt x="185226" y="277377"/>
                    </a:lnTo>
                    <a:close/>
                    <a:moveTo>
                      <a:pt x="6575" y="224851"/>
                    </a:moveTo>
                    <a:cubicBezTo>
                      <a:pt x="74519" y="224851"/>
                      <a:pt x="74519" y="224851"/>
                      <a:pt x="74519" y="224851"/>
                    </a:cubicBezTo>
                    <a:cubicBezTo>
                      <a:pt x="78903" y="224851"/>
                      <a:pt x="81094" y="227062"/>
                      <a:pt x="81094" y="231486"/>
                    </a:cubicBezTo>
                    <a:cubicBezTo>
                      <a:pt x="81094" y="233697"/>
                      <a:pt x="78903" y="235909"/>
                      <a:pt x="74519" y="235909"/>
                    </a:cubicBezTo>
                    <a:cubicBezTo>
                      <a:pt x="6575" y="235909"/>
                      <a:pt x="6575" y="235909"/>
                      <a:pt x="6575" y="235909"/>
                    </a:cubicBezTo>
                    <a:cubicBezTo>
                      <a:pt x="2191" y="235909"/>
                      <a:pt x="0" y="233697"/>
                      <a:pt x="0" y="231486"/>
                    </a:cubicBezTo>
                    <a:cubicBezTo>
                      <a:pt x="0" y="227062"/>
                      <a:pt x="2191" y="224851"/>
                      <a:pt x="6575" y="224851"/>
                    </a:cubicBezTo>
                    <a:close/>
                    <a:moveTo>
                      <a:pt x="386216" y="223008"/>
                    </a:moveTo>
                    <a:cubicBezTo>
                      <a:pt x="456058" y="223008"/>
                      <a:pt x="456058" y="223008"/>
                      <a:pt x="456058" y="223008"/>
                    </a:cubicBezTo>
                    <a:cubicBezTo>
                      <a:pt x="460423" y="223008"/>
                      <a:pt x="462605" y="227309"/>
                      <a:pt x="462605" y="229459"/>
                    </a:cubicBezTo>
                    <a:cubicBezTo>
                      <a:pt x="462605" y="233759"/>
                      <a:pt x="460423" y="235909"/>
                      <a:pt x="456058" y="235909"/>
                    </a:cubicBezTo>
                    <a:cubicBezTo>
                      <a:pt x="386216" y="235909"/>
                      <a:pt x="386216" y="235909"/>
                      <a:pt x="386216" y="235909"/>
                    </a:cubicBezTo>
                    <a:cubicBezTo>
                      <a:pt x="381851" y="235909"/>
                      <a:pt x="379668" y="233759"/>
                      <a:pt x="379668" y="229459"/>
                    </a:cubicBezTo>
                    <a:cubicBezTo>
                      <a:pt x="379668" y="227309"/>
                      <a:pt x="381851" y="223008"/>
                      <a:pt x="386216" y="223008"/>
                    </a:cubicBezTo>
                    <a:close/>
                    <a:moveTo>
                      <a:pt x="231369" y="140071"/>
                    </a:moveTo>
                    <a:cubicBezTo>
                      <a:pt x="276984" y="140071"/>
                      <a:pt x="316083" y="176998"/>
                      <a:pt x="316083" y="224786"/>
                    </a:cubicBezTo>
                    <a:cubicBezTo>
                      <a:pt x="316083" y="229130"/>
                      <a:pt x="313911" y="231302"/>
                      <a:pt x="309567" y="231302"/>
                    </a:cubicBezTo>
                    <a:cubicBezTo>
                      <a:pt x="305222" y="231302"/>
                      <a:pt x="303050" y="229130"/>
                      <a:pt x="303050" y="224786"/>
                    </a:cubicBezTo>
                    <a:cubicBezTo>
                      <a:pt x="303050" y="185687"/>
                      <a:pt x="270468" y="153104"/>
                      <a:pt x="231369" y="153104"/>
                    </a:cubicBezTo>
                    <a:cubicBezTo>
                      <a:pt x="227024" y="153104"/>
                      <a:pt x="224852" y="148760"/>
                      <a:pt x="224852" y="146588"/>
                    </a:cubicBezTo>
                    <a:cubicBezTo>
                      <a:pt x="224852" y="142243"/>
                      <a:pt x="227024" y="140071"/>
                      <a:pt x="231369" y="140071"/>
                    </a:cubicBezTo>
                    <a:close/>
                    <a:moveTo>
                      <a:pt x="421218" y="113682"/>
                    </a:moveTo>
                    <a:cubicBezTo>
                      <a:pt x="423414" y="111504"/>
                      <a:pt x="427804" y="111504"/>
                      <a:pt x="430000" y="115861"/>
                    </a:cubicBezTo>
                    <a:cubicBezTo>
                      <a:pt x="432195" y="118039"/>
                      <a:pt x="430000" y="122395"/>
                      <a:pt x="427804" y="124573"/>
                    </a:cubicBezTo>
                    <a:cubicBezTo>
                      <a:pt x="368528" y="157245"/>
                      <a:pt x="368528" y="157245"/>
                      <a:pt x="368528" y="157245"/>
                    </a:cubicBezTo>
                    <a:cubicBezTo>
                      <a:pt x="366333" y="159423"/>
                      <a:pt x="366333" y="159423"/>
                      <a:pt x="364137" y="159423"/>
                    </a:cubicBezTo>
                    <a:cubicBezTo>
                      <a:pt x="361942" y="159423"/>
                      <a:pt x="359747" y="157245"/>
                      <a:pt x="359747" y="155067"/>
                    </a:cubicBezTo>
                    <a:cubicBezTo>
                      <a:pt x="357551" y="152889"/>
                      <a:pt x="357551" y="148533"/>
                      <a:pt x="361942" y="146354"/>
                    </a:cubicBezTo>
                    <a:cubicBezTo>
                      <a:pt x="421218" y="113682"/>
                      <a:pt x="421218" y="113682"/>
                      <a:pt x="421218" y="113682"/>
                    </a:cubicBezTo>
                    <a:close/>
                    <a:moveTo>
                      <a:pt x="39409" y="113682"/>
                    </a:moveTo>
                    <a:cubicBezTo>
                      <a:pt x="97953" y="146354"/>
                      <a:pt x="97953" y="146354"/>
                      <a:pt x="97953" y="146354"/>
                    </a:cubicBezTo>
                    <a:cubicBezTo>
                      <a:pt x="102289" y="148532"/>
                      <a:pt x="102289" y="152888"/>
                      <a:pt x="100121" y="155066"/>
                    </a:cubicBezTo>
                    <a:cubicBezTo>
                      <a:pt x="100121" y="157245"/>
                      <a:pt x="97953" y="159423"/>
                      <a:pt x="95784" y="159423"/>
                    </a:cubicBezTo>
                    <a:cubicBezTo>
                      <a:pt x="93616" y="159423"/>
                      <a:pt x="93616" y="159423"/>
                      <a:pt x="91448" y="157245"/>
                    </a:cubicBezTo>
                    <a:cubicBezTo>
                      <a:pt x="32904" y="124573"/>
                      <a:pt x="32904" y="124573"/>
                      <a:pt x="32904" y="124573"/>
                    </a:cubicBezTo>
                    <a:cubicBezTo>
                      <a:pt x="30736" y="122394"/>
                      <a:pt x="28567" y="118038"/>
                      <a:pt x="30736" y="115860"/>
                    </a:cubicBezTo>
                    <a:cubicBezTo>
                      <a:pt x="32904" y="111504"/>
                      <a:pt x="37240" y="111504"/>
                      <a:pt x="39409" y="113682"/>
                    </a:cubicBezTo>
                    <a:close/>
                    <a:moveTo>
                      <a:pt x="344901" y="30735"/>
                    </a:moveTo>
                    <a:cubicBezTo>
                      <a:pt x="349257" y="32903"/>
                      <a:pt x="349257" y="37240"/>
                      <a:pt x="347079" y="39408"/>
                    </a:cubicBezTo>
                    <a:cubicBezTo>
                      <a:pt x="314407" y="97952"/>
                      <a:pt x="314407" y="97952"/>
                      <a:pt x="314407" y="97952"/>
                    </a:cubicBezTo>
                    <a:cubicBezTo>
                      <a:pt x="312229" y="100120"/>
                      <a:pt x="310051" y="102289"/>
                      <a:pt x="307873" y="102289"/>
                    </a:cubicBezTo>
                    <a:cubicBezTo>
                      <a:pt x="307873" y="102289"/>
                      <a:pt x="305695" y="102289"/>
                      <a:pt x="305695" y="100120"/>
                    </a:cubicBezTo>
                    <a:cubicBezTo>
                      <a:pt x="301338" y="97952"/>
                      <a:pt x="301338" y="95784"/>
                      <a:pt x="303516" y="91447"/>
                    </a:cubicBezTo>
                    <a:cubicBezTo>
                      <a:pt x="336188" y="32903"/>
                      <a:pt x="336188" y="32903"/>
                      <a:pt x="336188" y="32903"/>
                    </a:cubicBezTo>
                    <a:cubicBezTo>
                      <a:pt x="338367" y="30735"/>
                      <a:pt x="342723" y="28567"/>
                      <a:pt x="344901" y="30735"/>
                    </a:cubicBezTo>
                    <a:close/>
                    <a:moveTo>
                      <a:pt x="115861" y="30735"/>
                    </a:moveTo>
                    <a:cubicBezTo>
                      <a:pt x="118039" y="28567"/>
                      <a:pt x="122395" y="30735"/>
                      <a:pt x="124573" y="32903"/>
                    </a:cubicBezTo>
                    <a:cubicBezTo>
                      <a:pt x="157245" y="91447"/>
                      <a:pt x="157245" y="91447"/>
                      <a:pt x="157245" y="91447"/>
                    </a:cubicBezTo>
                    <a:cubicBezTo>
                      <a:pt x="159423" y="95784"/>
                      <a:pt x="159423" y="97952"/>
                      <a:pt x="155067" y="100120"/>
                    </a:cubicBezTo>
                    <a:cubicBezTo>
                      <a:pt x="155067" y="102289"/>
                      <a:pt x="152889" y="102289"/>
                      <a:pt x="152889" y="102289"/>
                    </a:cubicBezTo>
                    <a:cubicBezTo>
                      <a:pt x="150711" y="102289"/>
                      <a:pt x="148533" y="100120"/>
                      <a:pt x="146354" y="97952"/>
                    </a:cubicBezTo>
                    <a:cubicBezTo>
                      <a:pt x="113682" y="39408"/>
                      <a:pt x="113682" y="39408"/>
                      <a:pt x="113682" y="39408"/>
                    </a:cubicBezTo>
                    <a:cubicBezTo>
                      <a:pt x="111504" y="37240"/>
                      <a:pt x="111504" y="32903"/>
                      <a:pt x="115861" y="30735"/>
                    </a:cubicBezTo>
                    <a:close/>
                    <a:moveTo>
                      <a:pt x="231303" y="0"/>
                    </a:moveTo>
                    <a:cubicBezTo>
                      <a:pt x="233453" y="0"/>
                      <a:pt x="237753" y="2191"/>
                      <a:pt x="237753" y="6575"/>
                    </a:cubicBezTo>
                    <a:cubicBezTo>
                      <a:pt x="237753" y="74519"/>
                      <a:pt x="237753" y="74519"/>
                      <a:pt x="237753" y="74519"/>
                    </a:cubicBezTo>
                    <a:cubicBezTo>
                      <a:pt x="237753" y="78902"/>
                      <a:pt x="233453" y="81094"/>
                      <a:pt x="231303" y="81094"/>
                    </a:cubicBezTo>
                    <a:cubicBezTo>
                      <a:pt x="227002" y="81094"/>
                      <a:pt x="224852" y="78902"/>
                      <a:pt x="224852" y="74519"/>
                    </a:cubicBezTo>
                    <a:cubicBezTo>
                      <a:pt x="224852" y="6575"/>
                      <a:pt x="224852" y="6575"/>
                      <a:pt x="224852" y="6575"/>
                    </a:cubicBezTo>
                    <a:cubicBezTo>
                      <a:pt x="224852" y="2191"/>
                      <a:pt x="227002" y="0"/>
                      <a:pt x="231303" y="0"/>
                    </a:cubicBezTo>
                    <a:close/>
                  </a:path>
                </a:pathLst>
              </a:custGeom>
              <a:grpFill/>
              <a:ln>
                <a:noFill/>
              </a:ln>
            </p:spPr>
            <p:txBody>
              <a:bodyPr vert="horz" wrap="square" lIns="91440" tIns="45720" rIns="91440" bIns="45720" numCol="1" anchor="t" anchorCtr="0" compatLnSpc="1">
                <a:noAutofit/>
              </a:bodyPr>
              <a:lstStyle/>
              <a:p>
                <a:endParaRPr lang="zh-CN" altLang="en-US"/>
              </a:p>
            </p:txBody>
          </p:sp>
        </p:grpSp>
        <p:grpSp>
          <p:nvGrpSpPr>
            <p:cNvPr id="55" name="组合 54"/>
            <p:cNvGrpSpPr/>
            <p:nvPr/>
          </p:nvGrpSpPr>
          <p:grpSpPr>
            <a:xfrm>
              <a:off x="6243433" y="2242586"/>
              <a:ext cx="462605" cy="464447"/>
              <a:chOff x="5371682" y="4735080"/>
              <a:chExt cx="462605" cy="464447"/>
            </a:xfrm>
            <a:grpFill/>
          </p:grpSpPr>
          <p:sp>
            <p:nvSpPr>
              <p:cNvPr id="59" name="Freeform 309"/>
              <p:cNvSpPr>
                <a:spLocks noEditPoints="1"/>
              </p:cNvSpPr>
              <p:nvPr>
                <p:custDataLst>
                  <p:tags r:id="rId65"/>
                </p:custDataLst>
              </p:nvPr>
            </p:nvSpPr>
            <p:spPr bwMode="auto">
              <a:xfrm>
                <a:off x="5478579" y="4835526"/>
                <a:ext cx="246047" cy="296731"/>
              </a:xfrm>
              <a:custGeom>
                <a:avLst/>
                <a:gdLst>
                  <a:gd name="T0" fmla="*/ 83 w 113"/>
                  <a:gd name="T1" fmla="*/ 136 h 136"/>
                  <a:gd name="T2" fmla="*/ 83 w 113"/>
                  <a:gd name="T3" fmla="*/ 136 h 136"/>
                  <a:gd name="T4" fmla="*/ 30 w 113"/>
                  <a:gd name="T5" fmla="*/ 136 h 136"/>
                  <a:gd name="T6" fmla="*/ 25 w 113"/>
                  <a:gd name="T7" fmla="*/ 131 h 136"/>
                  <a:gd name="T8" fmla="*/ 25 w 113"/>
                  <a:gd name="T9" fmla="*/ 130 h 136"/>
                  <a:gd name="T10" fmla="*/ 22 w 113"/>
                  <a:gd name="T11" fmla="*/ 111 h 136"/>
                  <a:gd name="T12" fmla="*/ 0 w 113"/>
                  <a:gd name="T13" fmla="*/ 57 h 136"/>
                  <a:gd name="T14" fmla="*/ 57 w 113"/>
                  <a:gd name="T15" fmla="*/ 0 h 136"/>
                  <a:gd name="T16" fmla="*/ 113 w 113"/>
                  <a:gd name="T17" fmla="*/ 57 h 136"/>
                  <a:gd name="T18" fmla="*/ 92 w 113"/>
                  <a:gd name="T19" fmla="*/ 111 h 136"/>
                  <a:gd name="T20" fmla="*/ 88 w 113"/>
                  <a:gd name="T21" fmla="*/ 130 h 136"/>
                  <a:gd name="T22" fmla="*/ 88 w 113"/>
                  <a:gd name="T23" fmla="*/ 131 h 136"/>
                  <a:gd name="T24" fmla="*/ 83 w 113"/>
                  <a:gd name="T25" fmla="*/ 136 h 136"/>
                  <a:gd name="T26" fmla="*/ 30 w 113"/>
                  <a:gd name="T27" fmla="*/ 126 h 136"/>
                  <a:gd name="T28" fmla="*/ 25 w 113"/>
                  <a:gd name="T29" fmla="*/ 130 h 136"/>
                  <a:gd name="T30" fmla="*/ 30 w 113"/>
                  <a:gd name="T31" fmla="*/ 126 h 136"/>
                  <a:gd name="T32" fmla="*/ 84 w 113"/>
                  <a:gd name="T33" fmla="*/ 126 h 136"/>
                  <a:gd name="T34" fmla="*/ 86 w 113"/>
                  <a:gd name="T35" fmla="*/ 127 h 136"/>
                  <a:gd name="T36" fmla="*/ 84 w 113"/>
                  <a:gd name="T37" fmla="*/ 126 h 136"/>
                  <a:gd name="T38" fmla="*/ 35 w 113"/>
                  <a:gd name="T39" fmla="*/ 126 h 136"/>
                  <a:gd name="T40" fmla="*/ 78 w 113"/>
                  <a:gd name="T41" fmla="*/ 126 h 136"/>
                  <a:gd name="T42" fmla="*/ 78 w 113"/>
                  <a:gd name="T43" fmla="*/ 122 h 136"/>
                  <a:gd name="T44" fmla="*/ 84 w 113"/>
                  <a:gd name="T45" fmla="*/ 105 h 136"/>
                  <a:gd name="T46" fmla="*/ 104 w 113"/>
                  <a:gd name="T47" fmla="*/ 57 h 136"/>
                  <a:gd name="T48" fmla="*/ 57 w 113"/>
                  <a:gd name="T49" fmla="*/ 10 h 136"/>
                  <a:gd name="T50" fmla="*/ 10 w 113"/>
                  <a:gd name="T51" fmla="*/ 57 h 136"/>
                  <a:gd name="T52" fmla="*/ 29 w 113"/>
                  <a:gd name="T53" fmla="*/ 105 h 136"/>
                  <a:gd name="T54" fmla="*/ 35 w 113"/>
                  <a:gd name="T55" fmla="*/ 122 h 136"/>
                  <a:gd name="T56" fmla="*/ 35 w 113"/>
                  <a:gd name="T57" fmla="*/ 126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 h="136">
                    <a:moveTo>
                      <a:pt x="83" y="136"/>
                    </a:moveTo>
                    <a:cubicBezTo>
                      <a:pt x="83" y="136"/>
                      <a:pt x="83" y="136"/>
                      <a:pt x="83" y="136"/>
                    </a:cubicBezTo>
                    <a:cubicBezTo>
                      <a:pt x="30" y="136"/>
                      <a:pt x="30" y="136"/>
                      <a:pt x="30" y="136"/>
                    </a:cubicBezTo>
                    <a:cubicBezTo>
                      <a:pt x="27" y="136"/>
                      <a:pt x="25" y="133"/>
                      <a:pt x="25" y="131"/>
                    </a:cubicBezTo>
                    <a:cubicBezTo>
                      <a:pt x="25" y="130"/>
                      <a:pt x="25" y="130"/>
                      <a:pt x="25" y="130"/>
                    </a:cubicBezTo>
                    <a:cubicBezTo>
                      <a:pt x="25" y="127"/>
                      <a:pt x="25" y="116"/>
                      <a:pt x="22" y="111"/>
                    </a:cubicBezTo>
                    <a:cubicBezTo>
                      <a:pt x="0" y="84"/>
                      <a:pt x="0" y="57"/>
                      <a:pt x="0" y="57"/>
                    </a:cubicBezTo>
                    <a:cubicBezTo>
                      <a:pt x="0" y="26"/>
                      <a:pt x="25" y="0"/>
                      <a:pt x="57" y="0"/>
                    </a:cubicBezTo>
                    <a:cubicBezTo>
                      <a:pt x="88" y="0"/>
                      <a:pt x="113" y="26"/>
                      <a:pt x="113" y="57"/>
                    </a:cubicBezTo>
                    <a:cubicBezTo>
                      <a:pt x="113" y="57"/>
                      <a:pt x="113" y="84"/>
                      <a:pt x="92" y="111"/>
                    </a:cubicBezTo>
                    <a:cubicBezTo>
                      <a:pt x="88" y="116"/>
                      <a:pt x="88" y="127"/>
                      <a:pt x="88" y="130"/>
                    </a:cubicBezTo>
                    <a:cubicBezTo>
                      <a:pt x="88" y="131"/>
                      <a:pt x="88" y="131"/>
                      <a:pt x="88" y="131"/>
                    </a:cubicBezTo>
                    <a:cubicBezTo>
                      <a:pt x="88" y="133"/>
                      <a:pt x="86" y="136"/>
                      <a:pt x="83" y="136"/>
                    </a:cubicBezTo>
                    <a:close/>
                    <a:moveTo>
                      <a:pt x="30" y="126"/>
                    </a:moveTo>
                    <a:cubicBezTo>
                      <a:pt x="27" y="126"/>
                      <a:pt x="25" y="128"/>
                      <a:pt x="25" y="130"/>
                    </a:cubicBezTo>
                    <a:cubicBezTo>
                      <a:pt x="26" y="128"/>
                      <a:pt x="28" y="126"/>
                      <a:pt x="30" y="126"/>
                    </a:cubicBezTo>
                    <a:close/>
                    <a:moveTo>
                      <a:pt x="84" y="126"/>
                    </a:moveTo>
                    <a:cubicBezTo>
                      <a:pt x="85" y="126"/>
                      <a:pt x="85" y="126"/>
                      <a:pt x="86" y="127"/>
                    </a:cubicBezTo>
                    <a:cubicBezTo>
                      <a:pt x="85" y="126"/>
                      <a:pt x="85" y="126"/>
                      <a:pt x="84" y="126"/>
                    </a:cubicBezTo>
                    <a:close/>
                    <a:moveTo>
                      <a:pt x="35" y="126"/>
                    </a:moveTo>
                    <a:cubicBezTo>
                      <a:pt x="78" y="126"/>
                      <a:pt x="78" y="126"/>
                      <a:pt x="78" y="126"/>
                    </a:cubicBezTo>
                    <a:cubicBezTo>
                      <a:pt x="78" y="124"/>
                      <a:pt x="78" y="122"/>
                      <a:pt x="78" y="122"/>
                    </a:cubicBezTo>
                    <a:cubicBezTo>
                      <a:pt x="79" y="114"/>
                      <a:pt x="81" y="109"/>
                      <a:pt x="84" y="105"/>
                    </a:cubicBezTo>
                    <a:cubicBezTo>
                      <a:pt x="103" y="80"/>
                      <a:pt x="104" y="57"/>
                      <a:pt x="104" y="57"/>
                    </a:cubicBezTo>
                    <a:cubicBezTo>
                      <a:pt x="104" y="31"/>
                      <a:pt x="82" y="10"/>
                      <a:pt x="57" y="10"/>
                    </a:cubicBezTo>
                    <a:cubicBezTo>
                      <a:pt x="31" y="10"/>
                      <a:pt x="10" y="31"/>
                      <a:pt x="10" y="57"/>
                    </a:cubicBezTo>
                    <a:cubicBezTo>
                      <a:pt x="10" y="57"/>
                      <a:pt x="10" y="80"/>
                      <a:pt x="29" y="105"/>
                    </a:cubicBezTo>
                    <a:cubicBezTo>
                      <a:pt x="32" y="109"/>
                      <a:pt x="34" y="114"/>
                      <a:pt x="35" y="122"/>
                    </a:cubicBezTo>
                    <a:cubicBezTo>
                      <a:pt x="35" y="122"/>
                      <a:pt x="35" y="124"/>
                      <a:pt x="35" y="126"/>
                    </a:cubicBezTo>
                    <a:close/>
                  </a:path>
                </a:pathLst>
              </a:custGeom>
              <a:grpFill/>
              <a:ln>
                <a:noFill/>
              </a:ln>
            </p:spPr>
            <p:txBody>
              <a:bodyPr vert="horz" wrap="square" lIns="91440" tIns="45720" rIns="91440" bIns="45720" numCol="1" anchor="t" anchorCtr="0" compatLnSpc="1"/>
              <a:lstStyle/>
              <a:p>
                <a:endParaRPr lang="zh-CN" altLang="en-US"/>
              </a:p>
            </p:txBody>
          </p:sp>
          <p:sp>
            <p:nvSpPr>
              <p:cNvPr id="60" name="任意多边形 82"/>
              <p:cNvSpPr/>
              <p:nvPr>
                <p:custDataLst>
                  <p:tags r:id="rId66"/>
                </p:custDataLst>
              </p:nvPr>
            </p:nvSpPr>
            <p:spPr bwMode="auto">
              <a:xfrm>
                <a:off x="5371682" y="4735080"/>
                <a:ext cx="462605" cy="464447"/>
              </a:xfrm>
              <a:custGeom>
                <a:avLst/>
                <a:gdLst>
                  <a:gd name="connsiteX0" fmla="*/ 185067 w 462605"/>
                  <a:gd name="connsiteY0" fmla="*/ 421135 h 464447"/>
                  <a:gd name="connsiteX1" fmla="*/ 276617 w 462605"/>
                  <a:gd name="connsiteY1" fmla="*/ 421135 h 464447"/>
                  <a:gd name="connsiteX2" fmla="*/ 287516 w 462605"/>
                  <a:gd name="connsiteY2" fmla="*/ 432193 h 464447"/>
                  <a:gd name="connsiteX3" fmla="*/ 276617 w 462605"/>
                  <a:gd name="connsiteY3" fmla="*/ 443252 h 464447"/>
                  <a:gd name="connsiteX4" fmla="*/ 261902 w 462605"/>
                  <a:gd name="connsiteY4" fmla="*/ 443252 h 464447"/>
                  <a:gd name="connsiteX5" fmla="*/ 272771 w 462605"/>
                  <a:gd name="connsiteY5" fmla="*/ 453850 h 464447"/>
                  <a:gd name="connsiteX6" fmla="*/ 261902 w 462605"/>
                  <a:gd name="connsiteY6" fmla="*/ 464447 h 464447"/>
                  <a:gd name="connsiteX7" fmla="*/ 198860 w 462605"/>
                  <a:gd name="connsiteY7" fmla="*/ 464447 h 464447"/>
                  <a:gd name="connsiteX8" fmla="*/ 187991 w 462605"/>
                  <a:gd name="connsiteY8" fmla="*/ 453850 h 464447"/>
                  <a:gd name="connsiteX9" fmla="*/ 198860 w 462605"/>
                  <a:gd name="connsiteY9" fmla="*/ 443252 h 464447"/>
                  <a:gd name="connsiteX10" fmla="*/ 196511 w 462605"/>
                  <a:gd name="connsiteY10" fmla="*/ 443252 h 464447"/>
                  <a:gd name="connsiteX11" fmla="*/ 185067 w 462605"/>
                  <a:gd name="connsiteY11" fmla="*/ 443252 h 464447"/>
                  <a:gd name="connsiteX12" fmla="*/ 174168 w 462605"/>
                  <a:gd name="connsiteY12" fmla="*/ 432193 h 464447"/>
                  <a:gd name="connsiteX13" fmla="*/ 185067 w 462605"/>
                  <a:gd name="connsiteY13" fmla="*/ 421135 h 464447"/>
                  <a:gd name="connsiteX14" fmla="*/ 176807 w 462605"/>
                  <a:gd name="connsiteY14" fmla="*/ 397176 h 464447"/>
                  <a:gd name="connsiteX15" fmla="*/ 283954 w 462605"/>
                  <a:gd name="connsiteY15" fmla="*/ 397176 h 464447"/>
                  <a:gd name="connsiteX16" fmla="*/ 294887 w 462605"/>
                  <a:gd name="connsiteY16" fmla="*/ 408234 h 464447"/>
                  <a:gd name="connsiteX17" fmla="*/ 283954 w 462605"/>
                  <a:gd name="connsiteY17" fmla="*/ 419293 h 464447"/>
                  <a:gd name="connsiteX18" fmla="*/ 176807 w 462605"/>
                  <a:gd name="connsiteY18" fmla="*/ 419293 h 464447"/>
                  <a:gd name="connsiteX19" fmla="*/ 165874 w 462605"/>
                  <a:gd name="connsiteY19" fmla="*/ 408234 h 464447"/>
                  <a:gd name="connsiteX20" fmla="*/ 176807 w 462605"/>
                  <a:gd name="connsiteY20" fmla="*/ 397176 h 464447"/>
                  <a:gd name="connsiteX21" fmla="*/ 368528 w 462605"/>
                  <a:gd name="connsiteY21" fmla="*/ 303516 h 464447"/>
                  <a:gd name="connsiteX22" fmla="*/ 427804 w 462605"/>
                  <a:gd name="connsiteY22" fmla="*/ 336188 h 464447"/>
                  <a:gd name="connsiteX23" fmla="*/ 430000 w 462605"/>
                  <a:gd name="connsiteY23" fmla="*/ 344901 h 464447"/>
                  <a:gd name="connsiteX24" fmla="*/ 423414 w 462605"/>
                  <a:gd name="connsiteY24" fmla="*/ 349257 h 464447"/>
                  <a:gd name="connsiteX25" fmla="*/ 421218 w 462605"/>
                  <a:gd name="connsiteY25" fmla="*/ 347079 h 464447"/>
                  <a:gd name="connsiteX26" fmla="*/ 361942 w 462605"/>
                  <a:gd name="connsiteY26" fmla="*/ 314407 h 464447"/>
                  <a:gd name="connsiteX27" fmla="*/ 359747 w 462605"/>
                  <a:gd name="connsiteY27" fmla="*/ 305695 h 464447"/>
                  <a:gd name="connsiteX28" fmla="*/ 368528 w 462605"/>
                  <a:gd name="connsiteY28" fmla="*/ 303516 h 464447"/>
                  <a:gd name="connsiteX29" fmla="*/ 91448 w 462605"/>
                  <a:gd name="connsiteY29" fmla="*/ 303516 h 464447"/>
                  <a:gd name="connsiteX30" fmla="*/ 100121 w 462605"/>
                  <a:gd name="connsiteY30" fmla="*/ 305695 h 464447"/>
                  <a:gd name="connsiteX31" fmla="*/ 97953 w 462605"/>
                  <a:gd name="connsiteY31" fmla="*/ 314407 h 464447"/>
                  <a:gd name="connsiteX32" fmla="*/ 39409 w 462605"/>
                  <a:gd name="connsiteY32" fmla="*/ 347079 h 464447"/>
                  <a:gd name="connsiteX33" fmla="*/ 37240 w 462605"/>
                  <a:gd name="connsiteY33" fmla="*/ 349257 h 464447"/>
                  <a:gd name="connsiteX34" fmla="*/ 30736 w 462605"/>
                  <a:gd name="connsiteY34" fmla="*/ 344901 h 464447"/>
                  <a:gd name="connsiteX35" fmla="*/ 32904 w 462605"/>
                  <a:gd name="connsiteY35" fmla="*/ 336188 h 464447"/>
                  <a:gd name="connsiteX36" fmla="*/ 91448 w 462605"/>
                  <a:gd name="connsiteY36" fmla="*/ 303516 h 464447"/>
                  <a:gd name="connsiteX37" fmla="*/ 196285 w 462605"/>
                  <a:gd name="connsiteY37" fmla="*/ 274613 h 464447"/>
                  <a:gd name="connsiteX38" fmla="*/ 197615 w 462605"/>
                  <a:gd name="connsiteY38" fmla="*/ 282721 h 464447"/>
                  <a:gd name="connsiteX39" fmla="*/ 203115 w 462605"/>
                  <a:gd name="connsiteY39" fmla="*/ 277378 h 464447"/>
                  <a:gd name="connsiteX40" fmla="*/ 209620 w 462605"/>
                  <a:gd name="connsiteY40" fmla="*/ 283697 h 464447"/>
                  <a:gd name="connsiteX41" fmla="*/ 211789 w 462605"/>
                  <a:gd name="connsiteY41" fmla="*/ 287909 h 464447"/>
                  <a:gd name="connsiteX42" fmla="*/ 213957 w 462605"/>
                  <a:gd name="connsiteY42" fmla="*/ 283697 h 464447"/>
                  <a:gd name="connsiteX43" fmla="*/ 222630 w 462605"/>
                  <a:gd name="connsiteY43" fmla="*/ 277378 h 464447"/>
                  <a:gd name="connsiteX44" fmla="*/ 229135 w 462605"/>
                  <a:gd name="connsiteY44" fmla="*/ 283697 h 464447"/>
                  <a:gd name="connsiteX45" fmla="*/ 231303 w 462605"/>
                  <a:gd name="connsiteY45" fmla="*/ 287909 h 464447"/>
                  <a:gd name="connsiteX46" fmla="*/ 233472 w 462605"/>
                  <a:gd name="connsiteY46" fmla="*/ 283697 h 464447"/>
                  <a:gd name="connsiteX47" fmla="*/ 239976 w 462605"/>
                  <a:gd name="connsiteY47" fmla="*/ 277378 h 464447"/>
                  <a:gd name="connsiteX48" fmla="*/ 248650 w 462605"/>
                  <a:gd name="connsiteY48" fmla="*/ 283697 h 464447"/>
                  <a:gd name="connsiteX49" fmla="*/ 250818 w 462605"/>
                  <a:gd name="connsiteY49" fmla="*/ 287909 h 464447"/>
                  <a:gd name="connsiteX50" fmla="*/ 252986 w 462605"/>
                  <a:gd name="connsiteY50" fmla="*/ 283697 h 464447"/>
                  <a:gd name="connsiteX51" fmla="*/ 259491 w 462605"/>
                  <a:gd name="connsiteY51" fmla="*/ 277378 h 464447"/>
                  <a:gd name="connsiteX52" fmla="*/ 262607 w 462605"/>
                  <a:gd name="connsiteY52" fmla="*/ 280404 h 464447"/>
                  <a:gd name="connsiteX53" fmla="*/ 263557 w 462605"/>
                  <a:gd name="connsiteY53" fmla="*/ 274613 h 464447"/>
                  <a:gd name="connsiteX54" fmla="*/ 274615 w 462605"/>
                  <a:gd name="connsiteY54" fmla="*/ 277377 h 464447"/>
                  <a:gd name="connsiteX55" fmla="*/ 255263 w 462605"/>
                  <a:gd name="connsiteY55" fmla="*/ 395333 h 464447"/>
                  <a:gd name="connsiteX56" fmla="*/ 244204 w 462605"/>
                  <a:gd name="connsiteY56" fmla="*/ 392568 h 464447"/>
                  <a:gd name="connsiteX57" fmla="*/ 261712 w 462605"/>
                  <a:gd name="connsiteY57" fmla="*/ 285854 h 464447"/>
                  <a:gd name="connsiteX58" fmla="*/ 261659 w 462605"/>
                  <a:gd name="connsiteY58" fmla="*/ 285803 h 464447"/>
                  <a:gd name="connsiteX59" fmla="*/ 259491 w 462605"/>
                  <a:gd name="connsiteY59" fmla="*/ 281590 h 464447"/>
                  <a:gd name="connsiteX60" fmla="*/ 257323 w 462605"/>
                  <a:gd name="connsiteY60" fmla="*/ 285803 h 464447"/>
                  <a:gd name="connsiteX61" fmla="*/ 250818 w 462605"/>
                  <a:gd name="connsiteY61" fmla="*/ 292122 h 464447"/>
                  <a:gd name="connsiteX62" fmla="*/ 242145 w 462605"/>
                  <a:gd name="connsiteY62" fmla="*/ 285803 h 464447"/>
                  <a:gd name="connsiteX63" fmla="*/ 239976 w 462605"/>
                  <a:gd name="connsiteY63" fmla="*/ 281590 h 464447"/>
                  <a:gd name="connsiteX64" fmla="*/ 237808 w 462605"/>
                  <a:gd name="connsiteY64" fmla="*/ 285803 h 464447"/>
                  <a:gd name="connsiteX65" fmla="*/ 231303 w 462605"/>
                  <a:gd name="connsiteY65" fmla="*/ 292122 h 464447"/>
                  <a:gd name="connsiteX66" fmla="*/ 224798 w 462605"/>
                  <a:gd name="connsiteY66" fmla="*/ 285803 h 464447"/>
                  <a:gd name="connsiteX67" fmla="*/ 222630 w 462605"/>
                  <a:gd name="connsiteY67" fmla="*/ 281590 h 464447"/>
                  <a:gd name="connsiteX68" fmla="*/ 220462 w 462605"/>
                  <a:gd name="connsiteY68" fmla="*/ 285803 h 464447"/>
                  <a:gd name="connsiteX69" fmla="*/ 211789 w 462605"/>
                  <a:gd name="connsiteY69" fmla="*/ 292122 h 464447"/>
                  <a:gd name="connsiteX70" fmla="*/ 205284 w 462605"/>
                  <a:gd name="connsiteY70" fmla="*/ 285803 h 464447"/>
                  <a:gd name="connsiteX71" fmla="*/ 203115 w 462605"/>
                  <a:gd name="connsiteY71" fmla="*/ 281590 h 464447"/>
                  <a:gd name="connsiteX72" fmla="*/ 200947 w 462605"/>
                  <a:gd name="connsiteY72" fmla="*/ 285803 h 464447"/>
                  <a:gd name="connsiteX73" fmla="*/ 198509 w 462605"/>
                  <a:gd name="connsiteY73" fmla="*/ 288171 h 464447"/>
                  <a:gd name="connsiteX74" fmla="*/ 215637 w 462605"/>
                  <a:gd name="connsiteY74" fmla="*/ 392568 h 464447"/>
                  <a:gd name="connsiteX75" fmla="*/ 204579 w 462605"/>
                  <a:gd name="connsiteY75" fmla="*/ 395333 h 464447"/>
                  <a:gd name="connsiteX76" fmla="*/ 185226 w 462605"/>
                  <a:gd name="connsiteY76" fmla="*/ 277377 h 464447"/>
                  <a:gd name="connsiteX77" fmla="*/ 6575 w 462605"/>
                  <a:gd name="connsiteY77" fmla="*/ 224851 h 464447"/>
                  <a:gd name="connsiteX78" fmla="*/ 74519 w 462605"/>
                  <a:gd name="connsiteY78" fmla="*/ 224851 h 464447"/>
                  <a:gd name="connsiteX79" fmla="*/ 81094 w 462605"/>
                  <a:gd name="connsiteY79" fmla="*/ 231486 h 464447"/>
                  <a:gd name="connsiteX80" fmla="*/ 74519 w 462605"/>
                  <a:gd name="connsiteY80" fmla="*/ 235909 h 464447"/>
                  <a:gd name="connsiteX81" fmla="*/ 6575 w 462605"/>
                  <a:gd name="connsiteY81" fmla="*/ 235909 h 464447"/>
                  <a:gd name="connsiteX82" fmla="*/ 0 w 462605"/>
                  <a:gd name="connsiteY82" fmla="*/ 231486 h 464447"/>
                  <a:gd name="connsiteX83" fmla="*/ 6575 w 462605"/>
                  <a:gd name="connsiteY83" fmla="*/ 224851 h 464447"/>
                  <a:gd name="connsiteX84" fmla="*/ 386216 w 462605"/>
                  <a:gd name="connsiteY84" fmla="*/ 223008 h 464447"/>
                  <a:gd name="connsiteX85" fmla="*/ 456058 w 462605"/>
                  <a:gd name="connsiteY85" fmla="*/ 223008 h 464447"/>
                  <a:gd name="connsiteX86" fmla="*/ 462605 w 462605"/>
                  <a:gd name="connsiteY86" fmla="*/ 229459 h 464447"/>
                  <a:gd name="connsiteX87" fmla="*/ 456058 w 462605"/>
                  <a:gd name="connsiteY87" fmla="*/ 235909 h 464447"/>
                  <a:gd name="connsiteX88" fmla="*/ 386216 w 462605"/>
                  <a:gd name="connsiteY88" fmla="*/ 235909 h 464447"/>
                  <a:gd name="connsiteX89" fmla="*/ 379668 w 462605"/>
                  <a:gd name="connsiteY89" fmla="*/ 229459 h 464447"/>
                  <a:gd name="connsiteX90" fmla="*/ 386216 w 462605"/>
                  <a:gd name="connsiteY90" fmla="*/ 223008 h 464447"/>
                  <a:gd name="connsiteX91" fmla="*/ 231369 w 462605"/>
                  <a:gd name="connsiteY91" fmla="*/ 140071 h 464447"/>
                  <a:gd name="connsiteX92" fmla="*/ 316083 w 462605"/>
                  <a:gd name="connsiteY92" fmla="*/ 224786 h 464447"/>
                  <a:gd name="connsiteX93" fmla="*/ 309567 w 462605"/>
                  <a:gd name="connsiteY93" fmla="*/ 231302 h 464447"/>
                  <a:gd name="connsiteX94" fmla="*/ 303050 w 462605"/>
                  <a:gd name="connsiteY94" fmla="*/ 224786 h 464447"/>
                  <a:gd name="connsiteX95" fmla="*/ 231369 w 462605"/>
                  <a:gd name="connsiteY95" fmla="*/ 153104 h 464447"/>
                  <a:gd name="connsiteX96" fmla="*/ 224852 w 462605"/>
                  <a:gd name="connsiteY96" fmla="*/ 146588 h 464447"/>
                  <a:gd name="connsiteX97" fmla="*/ 231369 w 462605"/>
                  <a:gd name="connsiteY97" fmla="*/ 140071 h 464447"/>
                  <a:gd name="connsiteX98" fmla="*/ 421218 w 462605"/>
                  <a:gd name="connsiteY98" fmla="*/ 113682 h 464447"/>
                  <a:gd name="connsiteX99" fmla="*/ 430000 w 462605"/>
                  <a:gd name="connsiteY99" fmla="*/ 115861 h 464447"/>
                  <a:gd name="connsiteX100" fmla="*/ 427804 w 462605"/>
                  <a:gd name="connsiteY100" fmla="*/ 124573 h 464447"/>
                  <a:gd name="connsiteX101" fmla="*/ 368528 w 462605"/>
                  <a:gd name="connsiteY101" fmla="*/ 157245 h 464447"/>
                  <a:gd name="connsiteX102" fmla="*/ 364137 w 462605"/>
                  <a:gd name="connsiteY102" fmla="*/ 159423 h 464447"/>
                  <a:gd name="connsiteX103" fmla="*/ 359747 w 462605"/>
                  <a:gd name="connsiteY103" fmla="*/ 155067 h 464447"/>
                  <a:gd name="connsiteX104" fmla="*/ 361942 w 462605"/>
                  <a:gd name="connsiteY104" fmla="*/ 146354 h 464447"/>
                  <a:gd name="connsiteX105" fmla="*/ 421218 w 462605"/>
                  <a:gd name="connsiteY105" fmla="*/ 113682 h 464447"/>
                  <a:gd name="connsiteX106" fmla="*/ 39409 w 462605"/>
                  <a:gd name="connsiteY106" fmla="*/ 113682 h 464447"/>
                  <a:gd name="connsiteX107" fmla="*/ 97953 w 462605"/>
                  <a:gd name="connsiteY107" fmla="*/ 146354 h 464447"/>
                  <a:gd name="connsiteX108" fmla="*/ 100121 w 462605"/>
                  <a:gd name="connsiteY108" fmla="*/ 155066 h 464447"/>
                  <a:gd name="connsiteX109" fmla="*/ 95784 w 462605"/>
                  <a:gd name="connsiteY109" fmla="*/ 159423 h 464447"/>
                  <a:gd name="connsiteX110" fmla="*/ 91448 w 462605"/>
                  <a:gd name="connsiteY110" fmla="*/ 157245 h 464447"/>
                  <a:gd name="connsiteX111" fmla="*/ 32904 w 462605"/>
                  <a:gd name="connsiteY111" fmla="*/ 124573 h 464447"/>
                  <a:gd name="connsiteX112" fmla="*/ 30736 w 462605"/>
                  <a:gd name="connsiteY112" fmla="*/ 115860 h 464447"/>
                  <a:gd name="connsiteX113" fmla="*/ 39409 w 462605"/>
                  <a:gd name="connsiteY113" fmla="*/ 113682 h 464447"/>
                  <a:gd name="connsiteX114" fmla="*/ 344901 w 462605"/>
                  <a:gd name="connsiteY114" fmla="*/ 30735 h 464447"/>
                  <a:gd name="connsiteX115" fmla="*/ 347079 w 462605"/>
                  <a:gd name="connsiteY115" fmla="*/ 39408 h 464447"/>
                  <a:gd name="connsiteX116" fmla="*/ 314407 w 462605"/>
                  <a:gd name="connsiteY116" fmla="*/ 97952 h 464447"/>
                  <a:gd name="connsiteX117" fmla="*/ 307873 w 462605"/>
                  <a:gd name="connsiteY117" fmla="*/ 102289 h 464447"/>
                  <a:gd name="connsiteX118" fmla="*/ 305695 w 462605"/>
                  <a:gd name="connsiteY118" fmla="*/ 100120 h 464447"/>
                  <a:gd name="connsiteX119" fmla="*/ 303516 w 462605"/>
                  <a:gd name="connsiteY119" fmla="*/ 91447 h 464447"/>
                  <a:gd name="connsiteX120" fmla="*/ 336188 w 462605"/>
                  <a:gd name="connsiteY120" fmla="*/ 32903 h 464447"/>
                  <a:gd name="connsiteX121" fmla="*/ 344901 w 462605"/>
                  <a:gd name="connsiteY121" fmla="*/ 30735 h 464447"/>
                  <a:gd name="connsiteX122" fmla="*/ 115861 w 462605"/>
                  <a:gd name="connsiteY122" fmla="*/ 30735 h 464447"/>
                  <a:gd name="connsiteX123" fmla="*/ 124573 w 462605"/>
                  <a:gd name="connsiteY123" fmla="*/ 32903 h 464447"/>
                  <a:gd name="connsiteX124" fmla="*/ 157245 w 462605"/>
                  <a:gd name="connsiteY124" fmla="*/ 91447 h 464447"/>
                  <a:gd name="connsiteX125" fmla="*/ 155067 w 462605"/>
                  <a:gd name="connsiteY125" fmla="*/ 100120 h 464447"/>
                  <a:gd name="connsiteX126" fmla="*/ 152889 w 462605"/>
                  <a:gd name="connsiteY126" fmla="*/ 102289 h 464447"/>
                  <a:gd name="connsiteX127" fmla="*/ 146354 w 462605"/>
                  <a:gd name="connsiteY127" fmla="*/ 97952 h 464447"/>
                  <a:gd name="connsiteX128" fmla="*/ 113682 w 462605"/>
                  <a:gd name="connsiteY128" fmla="*/ 39408 h 464447"/>
                  <a:gd name="connsiteX129" fmla="*/ 115861 w 462605"/>
                  <a:gd name="connsiteY129" fmla="*/ 30735 h 464447"/>
                  <a:gd name="connsiteX130" fmla="*/ 231303 w 462605"/>
                  <a:gd name="connsiteY130" fmla="*/ 0 h 464447"/>
                  <a:gd name="connsiteX131" fmla="*/ 237753 w 462605"/>
                  <a:gd name="connsiteY131" fmla="*/ 6575 h 464447"/>
                  <a:gd name="connsiteX132" fmla="*/ 237753 w 462605"/>
                  <a:gd name="connsiteY132" fmla="*/ 74519 h 464447"/>
                  <a:gd name="connsiteX133" fmla="*/ 231303 w 462605"/>
                  <a:gd name="connsiteY133" fmla="*/ 81094 h 464447"/>
                  <a:gd name="connsiteX134" fmla="*/ 224852 w 462605"/>
                  <a:gd name="connsiteY134" fmla="*/ 74519 h 464447"/>
                  <a:gd name="connsiteX135" fmla="*/ 224852 w 462605"/>
                  <a:gd name="connsiteY135" fmla="*/ 6575 h 464447"/>
                  <a:gd name="connsiteX136" fmla="*/ 231303 w 462605"/>
                  <a:gd name="connsiteY136" fmla="*/ 0 h 464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462605" h="464447">
                    <a:moveTo>
                      <a:pt x="185067" y="421135"/>
                    </a:moveTo>
                    <a:cubicBezTo>
                      <a:pt x="276617" y="421135"/>
                      <a:pt x="276617" y="421135"/>
                      <a:pt x="276617" y="421135"/>
                    </a:cubicBezTo>
                    <a:cubicBezTo>
                      <a:pt x="280977" y="421135"/>
                      <a:pt x="287516" y="425558"/>
                      <a:pt x="287516" y="432193"/>
                    </a:cubicBezTo>
                    <a:cubicBezTo>
                      <a:pt x="287516" y="438828"/>
                      <a:pt x="280977" y="443252"/>
                      <a:pt x="276617" y="443252"/>
                    </a:cubicBezTo>
                    <a:lnTo>
                      <a:pt x="261902" y="443252"/>
                    </a:lnTo>
                    <a:cubicBezTo>
                      <a:pt x="268424" y="443252"/>
                      <a:pt x="272771" y="449611"/>
                      <a:pt x="272771" y="453850"/>
                    </a:cubicBezTo>
                    <a:cubicBezTo>
                      <a:pt x="272771" y="460208"/>
                      <a:pt x="268424" y="464447"/>
                      <a:pt x="261902" y="464447"/>
                    </a:cubicBezTo>
                    <a:cubicBezTo>
                      <a:pt x="198860" y="464447"/>
                      <a:pt x="198860" y="464447"/>
                      <a:pt x="198860" y="464447"/>
                    </a:cubicBezTo>
                    <a:cubicBezTo>
                      <a:pt x="192339" y="464447"/>
                      <a:pt x="187991" y="460208"/>
                      <a:pt x="187991" y="453850"/>
                    </a:cubicBezTo>
                    <a:cubicBezTo>
                      <a:pt x="187991" y="449611"/>
                      <a:pt x="192339" y="443252"/>
                      <a:pt x="198860" y="443252"/>
                    </a:cubicBezTo>
                    <a:lnTo>
                      <a:pt x="196511" y="443252"/>
                    </a:lnTo>
                    <a:cubicBezTo>
                      <a:pt x="185067" y="443252"/>
                      <a:pt x="185067" y="443252"/>
                      <a:pt x="185067" y="443252"/>
                    </a:cubicBezTo>
                    <a:cubicBezTo>
                      <a:pt x="178527" y="443252"/>
                      <a:pt x="174168" y="438828"/>
                      <a:pt x="174168" y="432193"/>
                    </a:cubicBezTo>
                    <a:cubicBezTo>
                      <a:pt x="174168" y="425558"/>
                      <a:pt x="178527" y="421135"/>
                      <a:pt x="185067" y="421135"/>
                    </a:cubicBezTo>
                    <a:close/>
                    <a:moveTo>
                      <a:pt x="176807" y="397176"/>
                    </a:moveTo>
                    <a:cubicBezTo>
                      <a:pt x="283954" y="397176"/>
                      <a:pt x="283954" y="397176"/>
                      <a:pt x="283954" y="397176"/>
                    </a:cubicBezTo>
                    <a:cubicBezTo>
                      <a:pt x="290514" y="397176"/>
                      <a:pt x="294887" y="403811"/>
                      <a:pt x="294887" y="408234"/>
                    </a:cubicBezTo>
                    <a:cubicBezTo>
                      <a:pt x="294887" y="414869"/>
                      <a:pt x="290514" y="419293"/>
                      <a:pt x="283954" y="419293"/>
                    </a:cubicBezTo>
                    <a:cubicBezTo>
                      <a:pt x="176807" y="419293"/>
                      <a:pt x="176807" y="419293"/>
                      <a:pt x="176807" y="419293"/>
                    </a:cubicBezTo>
                    <a:cubicBezTo>
                      <a:pt x="170247" y="419293"/>
                      <a:pt x="165874" y="414869"/>
                      <a:pt x="165874" y="408234"/>
                    </a:cubicBezTo>
                    <a:cubicBezTo>
                      <a:pt x="165874" y="403811"/>
                      <a:pt x="170247" y="397176"/>
                      <a:pt x="176807" y="397176"/>
                    </a:cubicBezTo>
                    <a:close/>
                    <a:moveTo>
                      <a:pt x="368528" y="303516"/>
                    </a:moveTo>
                    <a:cubicBezTo>
                      <a:pt x="427804" y="336188"/>
                      <a:pt x="427804" y="336188"/>
                      <a:pt x="427804" y="336188"/>
                    </a:cubicBezTo>
                    <a:cubicBezTo>
                      <a:pt x="430000" y="338367"/>
                      <a:pt x="432195" y="342723"/>
                      <a:pt x="430000" y="344901"/>
                    </a:cubicBezTo>
                    <a:cubicBezTo>
                      <a:pt x="427804" y="347079"/>
                      <a:pt x="425609" y="349257"/>
                      <a:pt x="423414" y="349257"/>
                    </a:cubicBezTo>
                    <a:cubicBezTo>
                      <a:pt x="423414" y="349257"/>
                      <a:pt x="421218" y="349257"/>
                      <a:pt x="421218" y="347079"/>
                    </a:cubicBezTo>
                    <a:cubicBezTo>
                      <a:pt x="361942" y="314407"/>
                      <a:pt x="361942" y="314407"/>
                      <a:pt x="361942" y="314407"/>
                    </a:cubicBezTo>
                    <a:cubicBezTo>
                      <a:pt x="357551" y="312229"/>
                      <a:pt x="357551" y="307873"/>
                      <a:pt x="359747" y="305695"/>
                    </a:cubicBezTo>
                    <a:cubicBezTo>
                      <a:pt x="361942" y="301338"/>
                      <a:pt x="364137" y="301338"/>
                      <a:pt x="368528" y="303516"/>
                    </a:cubicBezTo>
                    <a:close/>
                    <a:moveTo>
                      <a:pt x="91448" y="303516"/>
                    </a:moveTo>
                    <a:cubicBezTo>
                      <a:pt x="95784" y="301338"/>
                      <a:pt x="100121" y="301338"/>
                      <a:pt x="100121" y="305695"/>
                    </a:cubicBezTo>
                    <a:cubicBezTo>
                      <a:pt x="102289" y="307873"/>
                      <a:pt x="102289" y="312229"/>
                      <a:pt x="97953" y="314407"/>
                    </a:cubicBezTo>
                    <a:cubicBezTo>
                      <a:pt x="39409" y="347079"/>
                      <a:pt x="39409" y="347079"/>
                      <a:pt x="39409" y="347079"/>
                    </a:cubicBezTo>
                    <a:cubicBezTo>
                      <a:pt x="39409" y="349257"/>
                      <a:pt x="37240" y="349257"/>
                      <a:pt x="37240" y="349257"/>
                    </a:cubicBezTo>
                    <a:cubicBezTo>
                      <a:pt x="35072" y="349257"/>
                      <a:pt x="32904" y="347079"/>
                      <a:pt x="30736" y="344901"/>
                    </a:cubicBezTo>
                    <a:cubicBezTo>
                      <a:pt x="28567" y="342723"/>
                      <a:pt x="30736" y="338367"/>
                      <a:pt x="32904" y="336188"/>
                    </a:cubicBezTo>
                    <a:cubicBezTo>
                      <a:pt x="91448" y="303516"/>
                      <a:pt x="91448" y="303516"/>
                      <a:pt x="91448" y="303516"/>
                    </a:cubicBezTo>
                    <a:close/>
                    <a:moveTo>
                      <a:pt x="196285" y="274613"/>
                    </a:moveTo>
                    <a:lnTo>
                      <a:pt x="197615" y="282721"/>
                    </a:lnTo>
                    <a:lnTo>
                      <a:pt x="203115" y="277378"/>
                    </a:lnTo>
                    <a:cubicBezTo>
                      <a:pt x="207452" y="277378"/>
                      <a:pt x="209620" y="279484"/>
                      <a:pt x="209620" y="283697"/>
                    </a:cubicBezTo>
                    <a:cubicBezTo>
                      <a:pt x="211789" y="283697"/>
                      <a:pt x="211789" y="287909"/>
                      <a:pt x="211789" y="287909"/>
                    </a:cubicBezTo>
                    <a:cubicBezTo>
                      <a:pt x="213957" y="287909"/>
                      <a:pt x="213957" y="283697"/>
                      <a:pt x="213957" y="283697"/>
                    </a:cubicBezTo>
                    <a:cubicBezTo>
                      <a:pt x="216125" y="279484"/>
                      <a:pt x="218293" y="277378"/>
                      <a:pt x="222630" y="277378"/>
                    </a:cubicBezTo>
                    <a:cubicBezTo>
                      <a:pt x="226967" y="277378"/>
                      <a:pt x="226967" y="279484"/>
                      <a:pt x="229135" y="283697"/>
                    </a:cubicBezTo>
                    <a:cubicBezTo>
                      <a:pt x="229135" y="283697"/>
                      <a:pt x="231303" y="287909"/>
                      <a:pt x="231303" y="287909"/>
                    </a:cubicBezTo>
                    <a:cubicBezTo>
                      <a:pt x="231303" y="287909"/>
                      <a:pt x="233472" y="283697"/>
                      <a:pt x="233472" y="283697"/>
                    </a:cubicBezTo>
                    <a:cubicBezTo>
                      <a:pt x="235640" y="279484"/>
                      <a:pt x="235640" y="277378"/>
                      <a:pt x="239976" y="277378"/>
                    </a:cubicBezTo>
                    <a:cubicBezTo>
                      <a:pt x="244313" y="277378"/>
                      <a:pt x="246481" y="279484"/>
                      <a:pt x="248650" y="283697"/>
                    </a:cubicBezTo>
                    <a:cubicBezTo>
                      <a:pt x="248650" y="283697"/>
                      <a:pt x="248650" y="287909"/>
                      <a:pt x="250818" y="287909"/>
                    </a:cubicBezTo>
                    <a:cubicBezTo>
                      <a:pt x="250818" y="287909"/>
                      <a:pt x="250818" y="283697"/>
                      <a:pt x="252986" y="283697"/>
                    </a:cubicBezTo>
                    <a:cubicBezTo>
                      <a:pt x="252986" y="279484"/>
                      <a:pt x="255154" y="277378"/>
                      <a:pt x="259491" y="277378"/>
                    </a:cubicBezTo>
                    <a:lnTo>
                      <a:pt x="262607" y="280404"/>
                    </a:lnTo>
                    <a:lnTo>
                      <a:pt x="263557" y="274613"/>
                    </a:lnTo>
                    <a:lnTo>
                      <a:pt x="274615" y="277377"/>
                    </a:lnTo>
                    <a:lnTo>
                      <a:pt x="255263" y="395333"/>
                    </a:lnTo>
                    <a:lnTo>
                      <a:pt x="244204" y="392568"/>
                    </a:lnTo>
                    <a:lnTo>
                      <a:pt x="261712" y="285854"/>
                    </a:lnTo>
                    <a:lnTo>
                      <a:pt x="261659" y="285803"/>
                    </a:lnTo>
                    <a:cubicBezTo>
                      <a:pt x="261659" y="283697"/>
                      <a:pt x="259491" y="281590"/>
                      <a:pt x="259491" y="281590"/>
                    </a:cubicBezTo>
                    <a:cubicBezTo>
                      <a:pt x="259491" y="281590"/>
                      <a:pt x="257323" y="283697"/>
                      <a:pt x="257323" y="285803"/>
                    </a:cubicBezTo>
                    <a:cubicBezTo>
                      <a:pt x="255154" y="287909"/>
                      <a:pt x="252986" y="292122"/>
                      <a:pt x="250818" y="292122"/>
                    </a:cubicBezTo>
                    <a:cubicBezTo>
                      <a:pt x="246481" y="292122"/>
                      <a:pt x="244313" y="287909"/>
                      <a:pt x="242145" y="285803"/>
                    </a:cubicBezTo>
                    <a:cubicBezTo>
                      <a:pt x="242145" y="283697"/>
                      <a:pt x="242145" y="281590"/>
                      <a:pt x="239976" y="281590"/>
                    </a:cubicBezTo>
                    <a:cubicBezTo>
                      <a:pt x="239976" y="281590"/>
                      <a:pt x="239976" y="283697"/>
                      <a:pt x="237808" y="285803"/>
                    </a:cubicBezTo>
                    <a:cubicBezTo>
                      <a:pt x="237808" y="287909"/>
                      <a:pt x="235640" y="292122"/>
                      <a:pt x="231303" y="292122"/>
                    </a:cubicBezTo>
                    <a:cubicBezTo>
                      <a:pt x="226967" y="292122"/>
                      <a:pt x="224798" y="287909"/>
                      <a:pt x="224798" y="285803"/>
                    </a:cubicBezTo>
                    <a:cubicBezTo>
                      <a:pt x="224798" y="283697"/>
                      <a:pt x="222630" y="281590"/>
                      <a:pt x="222630" y="281590"/>
                    </a:cubicBezTo>
                    <a:cubicBezTo>
                      <a:pt x="220462" y="281590"/>
                      <a:pt x="220462" y="283697"/>
                      <a:pt x="220462" y="285803"/>
                    </a:cubicBezTo>
                    <a:cubicBezTo>
                      <a:pt x="218293" y="287909"/>
                      <a:pt x="216125" y="292122"/>
                      <a:pt x="211789" y="292122"/>
                    </a:cubicBezTo>
                    <a:cubicBezTo>
                      <a:pt x="209620" y="292122"/>
                      <a:pt x="207452" y="287909"/>
                      <a:pt x="205284" y="285803"/>
                    </a:cubicBezTo>
                    <a:cubicBezTo>
                      <a:pt x="205284" y="283697"/>
                      <a:pt x="203115" y="281590"/>
                      <a:pt x="203115" y="281590"/>
                    </a:cubicBezTo>
                    <a:cubicBezTo>
                      <a:pt x="203115" y="281590"/>
                      <a:pt x="200947" y="283697"/>
                      <a:pt x="200947" y="285803"/>
                    </a:cubicBezTo>
                    <a:lnTo>
                      <a:pt x="198509" y="288171"/>
                    </a:lnTo>
                    <a:lnTo>
                      <a:pt x="215637" y="392568"/>
                    </a:lnTo>
                    <a:lnTo>
                      <a:pt x="204579" y="395333"/>
                    </a:lnTo>
                    <a:lnTo>
                      <a:pt x="185226" y="277377"/>
                    </a:lnTo>
                    <a:close/>
                    <a:moveTo>
                      <a:pt x="6575" y="224851"/>
                    </a:moveTo>
                    <a:cubicBezTo>
                      <a:pt x="74519" y="224851"/>
                      <a:pt x="74519" y="224851"/>
                      <a:pt x="74519" y="224851"/>
                    </a:cubicBezTo>
                    <a:cubicBezTo>
                      <a:pt x="78903" y="224851"/>
                      <a:pt x="81094" y="227062"/>
                      <a:pt x="81094" y="231486"/>
                    </a:cubicBezTo>
                    <a:cubicBezTo>
                      <a:pt x="81094" y="233697"/>
                      <a:pt x="78903" y="235909"/>
                      <a:pt x="74519" y="235909"/>
                    </a:cubicBezTo>
                    <a:cubicBezTo>
                      <a:pt x="6575" y="235909"/>
                      <a:pt x="6575" y="235909"/>
                      <a:pt x="6575" y="235909"/>
                    </a:cubicBezTo>
                    <a:cubicBezTo>
                      <a:pt x="2191" y="235909"/>
                      <a:pt x="0" y="233697"/>
                      <a:pt x="0" y="231486"/>
                    </a:cubicBezTo>
                    <a:cubicBezTo>
                      <a:pt x="0" y="227062"/>
                      <a:pt x="2191" y="224851"/>
                      <a:pt x="6575" y="224851"/>
                    </a:cubicBezTo>
                    <a:close/>
                    <a:moveTo>
                      <a:pt x="386216" y="223008"/>
                    </a:moveTo>
                    <a:cubicBezTo>
                      <a:pt x="456058" y="223008"/>
                      <a:pt x="456058" y="223008"/>
                      <a:pt x="456058" y="223008"/>
                    </a:cubicBezTo>
                    <a:cubicBezTo>
                      <a:pt x="460423" y="223008"/>
                      <a:pt x="462605" y="227309"/>
                      <a:pt x="462605" y="229459"/>
                    </a:cubicBezTo>
                    <a:cubicBezTo>
                      <a:pt x="462605" y="233759"/>
                      <a:pt x="460423" y="235909"/>
                      <a:pt x="456058" y="235909"/>
                    </a:cubicBezTo>
                    <a:cubicBezTo>
                      <a:pt x="386216" y="235909"/>
                      <a:pt x="386216" y="235909"/>
                      <a:pt x="386216" y="235909"/>
                    </a:cubicBezTo>
                    <a:cubicBezTo>
                      <a:pt x="381851" y="235909"/>
                      <a:pt x="379668" y="233759"/>
                      <a:pt x="379668" y="229459"/>
                    </a:cubicBezTo>
                    <a:cubicBezTo>
                      <a:pt x="379668" y="227309"/>
                      <a:pt x="381851" y="223008"/>
                      <a:pt x="386216" y="223008"/>
                    </a:cubicBezTo>
                    <a:close/>
                    <a:moveTo>
                      <a:pt x="231369" y="140071"/>
                    </a:moveTo>
                    <a:cubicBezTo>
                      <a:pt x="276984" y="140071"/>
                      <a:pt x="316083" y="176998"/>
                      <a:pt x="316083" y="224786"/>
                    </a:cubicBezTo>
                    <a:cubicBezTo>
                      <a:pt x="316083" y="229130"/>
                      <a:pt x="313911" y="231302"/>
                      <a:pt x="309567" y="231302"/>
                    </a:cubicBezTo>
                    <a:cubicBezTo>
                      <a:pt x="305222" y="231302"/>
                      <a:pt x="303050" y="229130"/>
                      <a:pt x="303050" y="224786"/>
                    </a:cubicBezTo>
                    <a:cubicBezTo>
                      <a:pt x="303050" y="185687"/>
                      <a:pt x="270468" y="153104"/>
                      <a:pt x="231369" y="153104"/>
                    </a:cubicBezTo>
                    <a:cubicBezTo>
                      <a:pt x="227024" y="153104"/>
                      <a:pt x="224852" y="148760"/>
                      <a:pt x="224852" y="146588"/>
                    </a:cubicBezTo>
                    <a:cubicBezTo>
                      <a:pt x="224852" y="142243"/>
                      <a:pt x="227024" y="140071"/>
                      <a:pt x="231369" y="140071"/>
                    </a:cubicBezTo>
                    <a:close/>
                    <a:moveTo>
                      <a:pt x="421218" y="113682"/>
                    </a:moveTo>
                    <a:cubicBezTo>
                      <a:pt x="423414" y="111504"/>
                      <a:pt x="427804" y="111504"/>
                      <a:pt x="430000" y="115861"/>
                    </a:cubicBezTo>
                    <a:cubicBezTo>
                      <a:pt x="432195" y="118039"/>
                      <a:pt x="430000" y="122395"/>
                      <a:pt x="427804" y="124573"/>
                    </a:cubicBezTo>
                    <a:cubicBezTo>
                      <a:pt x="368528" y="157245"/>
                      <a:pt x="368528" y="157245"/>
                      <a:pt x="368528" y="157245"/>
                    </a:cubicBezTo>
                    <a:cubicBezTo>
                      <a:pt x="366333" y="159423"/>
                      <a:pt x="366333" y="159423"/>
                      <a:pt x="364137" y="159423"/>
                    </a:cubicBezTo>
                    <a:cubicBezTo>
                      <a:pt x="361942" y="159423"/>
                      <a:pt x="359747" y="157245"/>
                      <a:pt x="359747" y="155067"/>
                    </a:cubicBezTo>
                    <a:cubicBezTo>
                      <a:pt x="357551" y="152889"/>
                      <a:pt x="357551" y="148533"/>
                      <a:pt x="361942" y="146354"/>
                    </a:cubicBezTo>
                    <a:cubicBezTo>
                      <a:pt x="421218" y="113682"/>
                      <a:pt x="421218" y="113682"/>
                      <a:pt x="421218" y="113682"/>
                    </a:cubicBezTo>
                    <a:close/>
                    <a:moveTo>
                      <a:pt x="39409" y="113682"/>
                    </a:moveTo>
                    <a:cubicBezTo>
                      <a:pt x="97953" y="146354"/>
                      <a:pt x="97953" y="146354"/>
                      <a:pt x="97953" y="146354"/>
                    </a:cubicBezTo>
                    <a:cubicBezTo>
                      <a:pt x="102289" y="148532"/>
                      <a:pt x="102289" y="152888"/>
                      <a:pt x="100121" y="155066"/>
                    </a:cubicBezTo>
                    <a:cubicBezTo>
                      <a:pt x="100121" y="157245"/>
                      <a:pt x="97953" y="159423"/>
                      <a:pt x="95784" y="159423"/>
                    </a:cubicBezTo>
                    <a:cubicBezTo>
                      <a:pt x="93616" y="159423"/>
                      <a:pt x="93616" y="159423"/>
                      <a:pt x="91448" y="157245"/>
                    </a:cubicBezTo>
                    <a:cubicBezTo>
                      <a:pt x="32904" y="124573"/>
                      <a:pt x="32904" y="124573"/>
                      <a:pt x="32904" y="124573"/>
                    </a:cubicBezTo>
                    <a:cubicBezTo>
                      <a:pt x="30736" y="122394"/>
                      <a:pt x="28567" y="118038"/>
                      <a:pt x="30736" y="115860"/>
                    </a:cubicBezTo>
                    <a:cubicBezTo>
                      <a:pt x="32904" y="111504"/>
                      <a:pt x="37240" y="111504"/>
                      <a:pt x="39409" y="113682"/>
                    </a:cubicBezTo>
                    <a:close/>
                    <a:moveTo>
                      <a:pt x="344901" y="30735"/>
                    </a:moveTo>
                    <a:cubicBezTo>
                      <a:pt x="349257" y="32903"/>
                      <a:pt x="349257" y="37240"/>
                      <a:pt x="347079" y="39408"/>
                    </a:cubicBezTo>
                    <a:cubicBezTo>
                      <a:pt x="314407" y="97952"/>
                      <a:pt x="314407" y="97952"/>
                      <a:pt x="314407" y="97952"/>
                    </a:cubicBezTo>
                    <a:cubicBezTo>
                      <a:pt x="312229" y="100120"/>
                      <a:pt x="310051" y="102289"/>
                      <a:pt x="307873" y="102289"/>
                    </a:cubicBezTo>
                    <a:cubicBezTo>
                      <a:pt x="307873" y="102289"/>
                      <a:pt x="305695" y="102289"/>
                      <a:pt x="305695" y="100120"/>
                    </a:cubicBezTo>
                    <a:cubicBezTo>
                      <a:pt x="301338" y="97952"/>
                      <a:pt x="301338" y="95784"/>
                      <a:pt x="303516" y="91447"/>
                    </a:cubicBezTo>
                    <a:cubicBezTo>
                      <a:pt x="336188" y="32903"/>
                      <a:pt x="336188" y="32903"/>
                      <a:pt x="336188" y="32903"/>
                    </a:cubicBezTo>
                    <a:cubicBezTo>
                      <a:pt x="338367" y="30735"/>
                      <a:pt x="342723" y="28567"/>
                      <a:pt x="344901" y="30735"/>
                    </a:cubicBezTo>
                    <a:close/>
                    <a:moveTo>
                      <a:pt x="115861" y="30735"/>
                    </a:moveTo>
                    <a:cubicBezTo>
                      <a:pt x="118039" y="28567"/>
                      <a:pt x="122395" y="30735"/>
                      <a:pt x="124573" y="32903"/>
                    </a:cubicBezTo>
                    <a:cubicBezTo>
                      <a:pt x="157245" y="91447"/>
                      <a:pt x="157245" y="91447"/>
                      <a:pt x="157245" y="91447"/>
                    </a:cubicBezTo>
                    <a:cubicBezTo>
                      <a:pt x="159423" y="95784"/>
                      <a:pt x="159423" y="97952"/>
                      <a:pt x="155067" y="100120"/>
                    </a:cubicBezTo>
                    <a:cubicBezTo>
                      <a:pt x="155067" y="102289"/>
                      <a:pt x="152889" y="102289"/>
                      <a:pt x="152889" y="102289"/>
                    </a:cubicBezTo>
                    <a:cubicBezTo>
                      <a:pt x="150711" y="102289"/>
                      <a:pt x="148533" y="100120"/>
                      <a:pt x="146354" y="97952"/>
                    </a:cubicBezTo>
                    <a:cubicBezTo>
                      <a:pt x="113682" y="39408"/>
                      <a:pt x="113682" y="39408"/>
                      <a:pt x="113682" y="39408"/>
                    </a:cubicBezTo>
                    <a:cubicBezTo>
                      <a:pt x="111504" y="37240"/>
                      <a:pt x="111504" y="32903"/>
                      <a:pt x="115861" y="30735"/>
                    </a:cubicBezTo>
                    <a:close/>
                    <a:moveTo>
                      <a:pt x="231303" y="0"/>
                    </a:moveTo>
                    <a:cubicBezTo>
                      <a:pt x="233453" y="0"/>
                      <a:pt x="237753" y="2191"/>
                      <a:pt x="237753" y="6575"/>
                    </a:cubicBezTo>
                    <a:cubicBezTo>
                      <a:pt x="237753" y="74519"/>
                      <a:pt x="237753" y="74519"/>
                      <a:pt x="237753" y="74519"/>
                    </a:cubicBezTo>
                    <a:cubicBezTo>
                      <a:pt x="237753" y="78902"/>
                      <a:pt x="233453" y="81094"/>
                      <a:pt x="231303" y="81094"/>
                    </a:cubicBezTo>
                    <a:cubicBezTo>
                      <a:pt x="227002" y="81094"/>
                      <a:pt x="224852" y="78902"/>
                      <a:pt x="224852" y="74519"/>
                    </a:cubicBezTo>
                    <a:cubicBezTo>
                      <a:pt x="224852" y="6575"/>
                      <a:pt x="224852" y="6575"/>
                      <a:pt x="224852" y="6575"/>
                    </a:cubicBezTo>
                    <a:cubicBezTo>
                      <a:pt x="224852" y="2191"/>
                      <a:pt x="227002" y="0"/>
                      <a:pt x="231303" y="0"/>
                    </a:cubicBezTo>
                    <a:close/>
                  </a:path>
                </a:pathLst>
              </a:custGeom>
              <a:grpFill/>
              <a:ln>
                <a:noFill/>
              </a:ln>
            </p:spPr>
            <p:txBody>
              <a:bodyPr vert="horz" wrap="square" lIns="91440" tIns="45720" rIns="91440" bIns="45720" numCol="1" anchor="t" anchorCtr="0" compatLnSpc="1">
                <a:noAutofit/>
              </a:bodyPr>
              <a:lstStyle/>
              <a:p>
                <a:endParaRPr lang="zh-CN" altLang="en-US"/>
              </a:p>
            </p:txBody>
          </p:sp>
        </p:grpSp>
        <p:grpSp>
          <p:nvGrpSpPr>
            <p:cNvPr id="56" name="组合 55"/>
            <p:cNvGrpSpPr/>
            <p:nvPr/>
          </p:nvGrpSpPr>
          <p:grpSpPr>
            <a:xfrm>
              <a:off x="7273063" y="3408546"/>
              <a:ext cx="462605" cy="464447"/>
              <a:chOff x="5371682" y="4735080"/>
              <a:chExt cx="462605" cy="464447"/>
            </a:xfrm>
            <a:grpFill/>
          </p:grpSpPr>
          <p:sp>
            <p:nvSpPr>
              <p:cNvPr id="57" name="Freeform 309"/>
              <p:cNvSpPr>
                <a:spLocks noEditPoints="1"/>
              </p:cNvSpPr>
              <p:nvPr>
                <p:custDataLst>
                  <p:tags r:id="rId63"/>
                </p:custDataLst>
              </p:nvPr>
            </p:nvSpPr>
            <p:spPr bwMode="auto">
              <a:xfrm>
                <a:off x="5478579" y="4835526"/>
                <a:ext cx="246047" cy="296731"/>
              </a:xfrm>
              <a:custGeom>
                <a:avLst/>
                <a:gdLst>
                  <a:gd name="T0" fmla="*/ 83 w 113"/>
                  <a:gd name="T1" fmla="*/ 136 h 136"/>
                  <a:gd name="T2" fmla="*/ 83 w 113"/>
                  <a:gd name="T3" fmla="*/ 136 h 136"/>
                  <a:gd name="T4" fmla="*/ 30 w 113"/>
                  <a:gd name="T5" fmla="*/ 136 h 136"/>
                  <a:gd name="T6" fmla="*/ 25 w 113"/>
                  <a:gd name="T7" fmla="*/ 131 h 136"/>
                  <a:gd name="T8" fmla="*/ 25 w 113"/>
                  <a:gd name="T9" fmla="*/ 130 h 136"/>
                  <a:gd name="T10" fmla="*/ 22 w 113"/>
                  <a:gd name="T11" fmla="*/ 111 h 136"/>
                  <a:gd name="T12" fmla="*/ 0 w 113"/>
                  <a:gd name="T13" fmla="*/ 57 h 136"/>
                  <a:gd name="T14" fmla="*/ 57 w 113"/>
                  <a:gd name="T15" fmla="*/ 0 h 136"/>
                  <a:gd name="T16" fmla="*/ 113 w 113"/>
                  <a:gd name="T17" fmla="*/ 57 h 136"/>
                  <a:gd name="T18" fmla="*/ 92 w 113"/>
                  <a:gd name="T19" fmla="*/ 111 h 136"/>
                  <a:gd name="T20" fmla="*/ 88 w 113"/>
                  <a:gd name="T21" fmla="*/ 130 h 136"/>
                  <a:gd name="T22" fmla="*/ 88 w 113"/>
                  <a:gd name="T23" fmla="*/ 131 h 136"/>
                  <a:gd name="T24" fmla="*/ 83 w 113"/>
                  <a:gd name="T25" fmla="*/ 136 h 136"/>
                  <a:gd name="T26" fmla="*/ 30 w 113"/>
                  <a:gd name="T27" fmla="*/ 126 h 136"/>
                  <a:gd name="T28" fmla="*/ 25 w 113"/>
                  <a:gd name="T29" fmla="*/ 130 h 136"/>
                  <a:gd name="T30" fmla="*/ 30 w 113"/>
                  <a:gd name="T31" fmla="*/ 126 h 136"/>
                  <a:gd name="T32" fmla="*/ 84 w 113"/>
                  <a:gd name="T33" fmla="*/ 126 h 136"/>
                  <a:gd name="T34" fmla="*/ 86 w 113"/>
                  <a:gd name="T35" fmla="*/ 127 h 136"/>
                  <a:gd name="T36" fmla="*/ 84 w 113"/>
                  <a:gd name="T37" fmla="*/ 126 h 136"/>
                  <a:gd name="T38" fmla="*/ 35 w 113"/>
                  <a:gd name="T39" fmla="*/ 126 h 136"/>
                  <a:gd name="T40" fmla="*/ 78 w 113"/>
                  <a:gd name="T41" fmla="*/ 126 h 136"/>
                  <a:gd name="T42" fmla="*/ 78 w 113"/>
                  <a:gd name="T43" fmla="*/ 122 h 136"/>
                  <a:gd name="T44" fmla="*/ 84 w 113"/>
                  <a:gd name="T45" fmla="*/ 105 h 136"/>
                  <a:gd name="T46" fmla="*/ 104 w 113"/>
                  <a:gd name="T47" fmla="*/ 57 h 136"/>
                  <a:gd name="T48" fmla="*/ 57 w 113"/>
                  <a:gd name="T49" fmla="*/ 10 h 136"/>
                  <a:gd name="T50" fmla="*/ 10 w 113"/>
                  <a:gd name="T51" fmla="*/ 57 h 136"/>
                  <a:gd name="T52" fmla="*/ 29 w 113"/>
                  <a:gd name="T53" fmla="*/ 105 h 136"/>
                  <a:gd name="T54" fmla="*/ 35 w 113"/>
                  <a:gd name="T55" fmla="*/ 122 h 136"/>
                  <a:gd name="T56" fmla="*/ 35 w 113"/>
                  <a:gd name="T57" fmla="*/ 126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 h="136">
                    <a:moveTo>
                      <a:pt x="83" y="136"/>
                    </a:moveTo>
                    <a:cubicBezTo>
                      <a:pt x="83" y="136"/>
                      <a:pt x="83" y="136"/>
                      <a:pt x="83" y="136"/>
                    </a:cubicBezTo>
                    <a:cubicBezTo>
                      <a:pt x="30" y="136"/>
                      <a:pt x="30" y="136"/>
                      <a:pt x="30" y="136"/>
                    </a:cubicBezTo>
                    <a:cubicBezTo>
                      <a:pt x="27" y="136"/>
                      <a:pt x="25" y="133"/>
                      <a:pt x="25" y="131"/>
                    </a:cubicBezTo>
                    <a:cubicBezTo>
                      <a:pt x="25" y="130"/>
                      <a:pt x="25" y="130"/>
                      <a:pt x="25" y="130"/>
                    </a:cubicBezTo>
                    <a:cubicBezTo>
                      <a:pt x="25" y="127"/>
                      <a:pt x="25" y="116"/>
                      <a:pt x="22" y="111"/>
                    </a:cubicBezTo>
                    <a:cubicBezTo>
                      <a:pt x="0" y="84"/>
                      <a:pt x="0" y="57"/>
                      <a:pt x="0" y="57"/>
                    </a:cubicBezTo>
                    <a:cubicBezTo>
                      <a:pt x="0" y="26"/>
                      <a:pt x="25" y="0"/>
                      <a:pt x="57" y="0"/>
                    </a:cubicBezTo>
                    <a:cubicBezTo>
                      <a:pt x="88" y="0"/>
                      <a:pt x="113" y="26"/>
                      <a:pt x="113" y="57"/>
                    </a:cubicBezTo>
                    <a:cubicBezTo>
                      <a:pt x="113" y="57"/>
                      <a:pt x="113" y="84"/>
                      <a:pt x="92" y="111"/>
                    </a:cubicBezTo>
                    <a:cubicBezTo>
                      <a:pt x="88" y="116"/>
                      <a:pt x="88" y="127"/>
                      <a:pt x="88" y="130"/>
                    </a:cubicBezTo>
                    <a:cubicBezTo>
                      <a:pt x="88" y="131"/>
                      <a:pt x="88" y="131"/>
                      <a:pt x="88" y="131"/>
                    </a:cubicBezTo>
                    <a:cubicBezTo>
                      <a:pt x="88" y="133"/>
                      <a:pt x="86" y="136"/>
                      <a:pt x="83" y="136"/>
                    </a:cubicBezTo>
                    <a:close/>
                    <a:moveTo>
                      <a:pt x="30" y="126"/>
                    </a:moveTo>
                    <a:cubicBezTo>
                      <a:pt x="27" y="126"/>
                      <a:pt x="25" y="128"/>
                      <a:pt x="25" y="130"/>
                    </a:cubicBezTo>
                    <a:cubicBezTo>
                      <a:pt x="26" y="128"/>
                      <a:pt x="28" y="126"/>
                      <a:pt x="30" y="126"/>
                    </a:cubicBezTo>
                    <a:close/>
                    <a:moveTo>
                      <a:pt x="84" y="126"/>
                    </a:moveTo>
                    <a:cubicBezTo>
                      <a:pt x="85" y="126"/>
                      <a:pt x="85" y="126"/>
                      <a:pt x="86" y="127"/>
                    </a:cubicBezTo>
                    <a:cubicBezTo>
                      <a:pt x="85" y="126"/>
                      <a:pt x="85" y="126"/>
                      <a:pt x="84" y="126"/>
                    </a:cubicBezTo>
                    <a:close/>
                    <a:moveTo>
                      <a:pt x="35" y="126"/>
                    </a:moveTo>
                    <a:cubicBezTo>
                      <a:pt x="78" y="126"/>
                      <a:pt x="78" y="126"/>
                      <a:pt x="78" y="126"/>
                    </a:cubicBezTo>
                    <a:cubicBezTo>
                      <a:pt x="78" y="124"/>
                      <a:pt x="78" y="122"/>
                      <a:pt x="78" y="122"/>
                    </a:cubicBezTo>
                    <a:cubicBezTo>
                      <a:pt x="79" y="114"/>
                      <a:pt x="81" y="109"/>
                      <a:pt x="84" y="105"/>
                    </a:cubicBezTo>
                    <a:cubicBezTo>
                      <a:pt x="103" y="80"/>
                      <a:pt x="104" y="57"/>
                      <a:pt x="104" y="57"/>
                    </a:cubicBezTo>
                    <a:cubicBezTo>
                      <a:pt x="104" y="31"/>
                      <a:pt x="82" y="10"/>
                      <a:pt x="57" y="10"/>
                    </a:cubicBezTo>
                    <a:cubicBezTo>
                      <a:pt x="31" y="10"/>
                      <a:pt x="10" y="31"/>
                      <a:pt x="10" y="57"/>
                    </a:cubicBezTo>
                    <a:cubicBezTo>
                      <a:pt x="10" y="57"/>
                      <a:pt x="10" y="80"/>
                      <a:pt x="29" y="105"/>
                    </a:cubicBezTo>
                    <a:cubicBezTo>
                      <a:pt x="32" y="109"/>
                      <a:pt x="34" y="114"/>
                      <a:pt x="35" y="122"/>
                    </a:cubicBezTo>
                    <a:cubicBezTo>
                      <a:pt x="35" y="122"/>
                      <a:pt x="35" y="124"/>
                      <a:pt x="35" y="126"/>
                    </a:cubicBezTo>
                    <a:close/>
                  </a:path>
                </a:pathLst>
              </a:custGeom>
              <a:grpFill/>
              <a:ln>
                <a:noFill/>
              </a:ln>
            </p:spPr>
            <p:txBody>
              <a:bodyPr vert="horz" wrap="square" lIns="91440" tIns="45720" rIns="91440" bIns="45720" numCol="1" anchor="t" anchorCtr="0" compatLnSpc="1"/>
              <a:lstStyle/>
              <a:p>
                <a:endParaRPr lang="zh-CN" altLang="en-US"/>
              </a:p>
            </p:txBody>
          </p:sp>
          <p:sp>
            <p:nvSpPr>
              <p:cNvPr id="58" name="任意多边形 80"/>
              <p:cNvSpPr/>
              <p:nvPr>
                <p:custDataLst>
                  <p:tags r:id="rId64"/>
                </p:custDataLst>
              </p:nvPr>
            </p:nvSpPr>
            <p:spPr bwMode="auto">
              <a:xfrm>
                <a:off x="5371682" y="4735080"/>
                <a:ext cx="462605" cy="464447"/>
              </a:xfrm>
              <a:custGeom>
                <a:avLst/>
                <a:gdLst>
                  <a:gd name="connsiteX0" fmla="*/ 185067 w 462605"/>
                  <a:gd name="connsiteY0" fmla="*/ 421135 h 464447"/>
                  <a:gd name="connsiteX1" fmla="*/ 276617 w 462605"/>
                  <a:gd name="connsiteY1" fmla="*/ 421135 h 464447"/>
                  <a:gd name="connsiteX2" fmla="*/ 287516 w 462605"/>
                  <a:gd name="connsiteY2" fmla="*/ 432193 h 464447"/>
                  <a:gd name="connsiteX3" fmla="*/ 276617 w 462605"/>
                  <a:gd name="connsiteY3" fmla="*/ 443252 h 464447"/>
                  <a:gd name="connsiteX4" fmla="*/ 261902 w 462605"/>
                  <a:gd name="connsiteY4" fmla="*/ 443252 h 464447"/>
                  <a:gd name="connsiteX5" fmla="*/ 272771 w 462605"/>
                  <a:gd name="connsiteY5" fmla="*/ 453850 h 464447"/>
                  <a:gd name="connsiteX6" fmla="*/ 261902 w 462605"/>
                  <a:gd name="connsiteY6" fmla="*/ 464447 h 464447"/>
                  <a:gd name="connsiteX7" fmla="*/ 198860 w 462605"/>
                  <a:gd name="connsiteY7" fmla="*/ 464447 h 464447"/>
                  <a:gd name="connsiteX8" fmla="*/ 187991 w 462605"/>
                  <a:gd name="connsiteY8" fmla="*/ 453850 h 464447"/>
                  <a:gd name="connsiteX9" fmla="*/ 198860 w 462605"/>
                  <a:gd name="connsiteY9" fmla="*/ 443252 h 464447"/>
                  <a:gd name="connsiteX10" fmla="*/ 196511 w 462605"/>
                  <a:gd name="connsiteY10" fmla="*/ 443252 h 464447"/>
                  <a:gd name="connsiteX11" fmla="*/ 185067 w 462605"/>
                  <a:gd name="connsiteY11" fmla="*/ 443252 h 464447"/>
                  <a:gd name="connsiteX12" fmla="*/ 174168 w 462605"/>
                  <a:gd name="connsiteY12" fmla="*/ 432193 h 464447"/>
                  <a:gd name="connsiteX13" fmla="*/ 185067 w 462605"/>
                  <a:gd name="connsiteY13" fmla="*/ 421135 h 464447"/>
                  <a:gd name="connsiteX14" fmla="*/ 176807 w 462605"/>
                  <a:gd name="connsiteY14" fmla="*/ 397176 h 464447"/>
                  <a:gd name="connsiteX15" fmla="*/ 283954 w 462605"/>
                  <a:gd name="connsiteY15" fmla="*/ 397176 h 464447"/>
                  <a:gd name="connsiteX16" fmla="*/ 294887 w 462605"/>
                  <a:gd name="connsiteY16" fmla="*/ 408234 h 464447"/>
                  <a:gd name="connsiteX17" fmla="*/ 283954 w 462605"/>
                  <a:gd name="connsiteY17" fmla="*/ 419293 h 464447"/>
                  <a:gd name="connsiteX18" fmla="*/ 176807 w 462605"/>
                  <a:gd name="connsiteY18" fmla="*/ 419293 h 464447"/>
                  <a:gd name="connsiteX19" fmla="*/ 165874 w 462605"/>
                  <a:gd name="connsiteY19" fmla="*/ 408234 h 464447"/>
                  <a:gd name="connsiteX20" fmla="*/ 176807 w 462605"/>
                  <a:gd name="connsiteY20" fmla="*/ 397176 h 464447"/>
                  <a:gd name="connsiteX21" fmla="*/ 368528 w 462605"/>
                  <a:gd name="connsiteY21" fmla="*/ 303516 h 464447"/>
                  <a:gd name="connsiteX22" fmla="*/ 427804 w 462605"/>
                  <a:gd name="connsiteY22" fmla="*/ 336188 h 464447"/>
                  <a:gd name="connsiteX23" fmla="*/ 430000 w 462605"/>
                  <a:gd name="connsiteY23" fmla="*/ 344901 h 464447"/>
                  <a:gd name="connsiteX24" fmla="*/ 423414 w 462605"/>
                  <a:gd name="connsiteY24" fmla="*/ 349257 h 464447"/>
                  <a:gd name="connsiteX25" fmla="*/ 421218 w 462605"/>
                  <a:gd name="connsiteY25" fmla="*/ 347079 h 464447"/>
                  <a:gd name="connsiteX26" fmla="*/ 361942 w 462605"/>
                  <a:gd name="connsiteY26" fmla="*/ 314407 h 464447"/>
                  <a:gd name="connsiteX27" fmla="*/ 359747 w 462605"/>
                  <a:gd name="connsiteY27" fmla="*/ 305695 h 464447"/>
                  <a:gd name="connsiteX28" fmla="*/ 368528 w 462605"/>
                  <a:gd name="connsiteY28" fmla="*/ 303516 h 464447"/>
                  <a:gd name="connsiteX29" fmla="*/ 91448 w 462605"/>
                  <a:gd name="connsiteY29" fmla="*/ 303516 h 464447"/>
                  <a:gd name="connsiteX30" fmla="*/ 100121 w 462605"/>
                  <a:gd name="connsiteY30" fmla="*/ 305695 h 464447"/>
                  <a:gd name="connsiteX31" fmla="*/ 97953 w 462605"/>
                  <a:gd name="connsiteY31" fmla="*/ 314407 h 464447"/>
                  <a:gd name="connsiteX32" fmla="*/ 39409 w 462605"/>
                  <a:gd name="connsiteY32" fmla="*/ 347079 h 464447"/>
                  <a:gd name="connsiteX33" fmla="*/ 37240 w 462605"/>
                  <a:gd name="connsiteY33" fmla="*/ 349257 h 464447"/>
                  <a:gd name="connsiteX34" fmla="*/ 30736 w 462605"/>
                  <a:gd name="connsiteY34" fmla="*/ 344901 h 464447"/>
                  <a:gd name="connsiteX35" fmla="*/ 32904 w 462605"/>
                  <a:gd name="connsiteY35" fmla="*/ 336188 h 464447"/>
                  <a:gd name="connsiteX36" fmla="*/ 91448 w 462605"/>
                  <a:gd name="connsiteY36" fmla="*/ 303516 h 464447"/>
                  <a:gd name="connsiteX37" fmla="*/ 196285 w 462605"/>
                  <a:gd name="connsiteY37" fmla="*/ 274613 h 464447"/>
                  <a:gd name="connsiteX38" fmla="*/ 197615 w 462605"/>
                  <a:gd name="connsiteY38" fmla="*/ 282721 h 464447"/>
                  <a:gd name="connsiteX39" fmla="*/ 203115 w 462605"/>
                  <a:gd name="connsiteY39" fmla="*/ 277378 h 464447"/>
                  <a:gd name="connsiteX40" fmla="*/ 209620 w 462605"/>
                  <a:gd name="connsiteY40" fmla="*/ 283697 h 464447"/>
                  <a:gd name="connsiteX41" fmla="*/ 211789 w 462605"/>
                  <a:gd name="connsiteY41" fmla="*/ 287909 h 464447"/>
                  <a:gd name="connsiteX42" fmla="*/ 213957 w 462605"/>
                  <a:gd name="connsiteY42" fmla="*/ 283697 h 464447"/>
                  <a:gd name="connsiteX43" fmla="*/ 222630 w 462605"/>
                  <a:gd name="connsiteY43" fmla="*/ 277378 h 464447"/>
                  <a:gd name="connsiteX44" fmla="*/ 229135 w 462605"/>
                  <a:gd name="connsiteY44" fmla="*/ 283697 h 464447"/>
                  <a:gd name="connsiteX45" fmla="*/ 231303 w 462605"/>
                  <a:gd name="connsiteY45" fmla="*/ 287909 h 464447"/>
                  <a:gd name="connsiteX46" fmla="*/ 233472 w 462605"/>
                  <a:gd name="connsiteY46" fmla="*/ 283697 h 464447"/>
                  <a:gd name="connsiteX47" fmla="*/ 239976 w 462605"/>
                  <a:gd name="connsiteY47" fmla="*/ 277378 h 464447"/>
                  <a:gd name="connsiteX48" fmla="*/ 248650 w 462605"/>
                  <a:gd name="connsiteY48" fmla="*/ 283697 h 464447"/>
                  <a:gd name="connsiteX49" fmla="*/ 250818 w 462605"/>
                  <a:gd name="connsiteY49" fmla="*/ 287909 h 464447"/>
                  <a:gd name="connsiteX50" fmla="*/ 252986 w 462605"/>
                  <a:gd name="connsiteY50" fmla="*/ 283697 h 464447"/>
                  <a:gd name="connsiteX51" fmla="*/ 259491 w 462605"/>
                  <a:gd name="connsiteY51" fmla="*/ 277378 h 464447"/>
                  <a:gd name="connsiteX52" fmla="*/ 262607 w 462605"/>
                  <a:gd name="connsiteY52" fmla="*/ 280404 h 464447"/>
                  <a:gd name="connsiteX53" fmla="*/ 263557 w 462605"/>
                  <a:gd name="connsiteY53" fmla="*/ 274613 h 464447"/>
                  <a:gd name="connsiteX54" fmla="*/ 274615 w 462605"/>
                  <a:gd name="connsiteY54" fmla="*/ 277377 h 464447"/>
                  <a:gd name="connsiteX55" fmla="*/ 255263 w 462605"/>
                  <a:gd name="connsiteY55" fmla="*/ 395333 h 464447"/>
                  <a:gd name="connsiteX56" fmla="*/ 244204 w 462605"/>
                  <a:gd name="connsiteY56" fmla="*/ 392568 h 464447"/>
                  <a:gd name="connsiteX57" fmla="*/ 261712 w 462605"/>
                  <a:gd name="connsiteY57" fmla="*/ 285854 h 464447"/>
                  <a:gd name="connsiteX58" fmla="*/ 261659 w 462605"/>
                  <a:gd name="connsiteY58" fmla="*/ 285803 h 464447"/>
                  <a:gd name="connsiteX59" fmla="*/ 259491 w 462605"/>
                  <a:gd name="connsiteY59" fmla="*/ 281590 h 464447"/>
                  <a:gd name="connsiteX60" fmla="*/ 257323 w 462605"/>
                  <a:gd name="connsiteY60" fmla="*/ 285803 h 464447"/>
                  <a:gd name="connsiteX61" fmla="*/ 250818 w 462605"/>
                  <a:gd name="connsiteY61" fmla="*/ 292122 h 464447"/>
                  <a:gd name="connsiteX62" fmla="*/ 242145 w 462605"/>
                  <a:gd name="connsiteY62" fmla="*/ 285803 h 464447"/>
                  <a:gd name="connsiteX63" fmla="*/ 239976 w 462605"/>
                  <a:gd name="connsiteY63" fmla="*/ 281590 h 464447"/>
                  <a:gd name="connsiteX64" fmla="*/ 237808 w 462605"/>
                  <a:gd name="connsiteY64" fmla="*/ 285803 h 464447"/>
                  <a:gd name="connsiteX65" fmla="*/ 231303 w 462605"/>
                  <a:gd name="connsiteY65" fmla="*/ 292122 h 464447"/>
                  <a:gd name="connsiteX66" fmla="*/ 224798 w 462605"/>
                  <a:gd name="connsiteY66" fmla="*/ 285803 h 464447"/>
                  <a:gd name="connsiteX67" fmla="*/ 222630 w 462605"/>
                  <a:gd name="connsiteY67" fmla="*/ 281590 h 464447"/>
                  <a:gd name="connsiteX68" fmla="*/ 220462 w 462605"/>
                  <a:gd name="connsiteY68" fmla="*/ 285803 h 464447"/>
                  <a:gd name="connsiteX69" fmla="*/ 211789 w 462605"/>
                  <a:gd name="connsiteY69" fmla="*/ 292122 h 464447"/>
                  <a:gd name="connsiteX70" fmla="*/ 205284 w 462605"/>
                  <a:gd name="connsiteY70" fmla="*/ 285803 h 464447"/>
                  <a:gd name="connsiteX71" fmla="*/ 203115 w 462605"/>
                  <a:gd name="connsiteY71" fmla="*/ 281590 h 464447"/>
                  <a:gd name="connsiteX72" fmla="*/ 200947 w 462605"/>
                  <a:gd name="connsiteY72" fmla="*/ 285803 h 464447"/>
                  <a:gd name="connsiteX73" fmla="*/ 198509 w 462605"/>
                  <a:gd name="connsiteY73" fmla="*/ 288171 h 464447"/>
                  <a:gd name="connsiteX74" fmla="*/ 215637 w 462605"/>
                  <a:gd name="connsiteY74" fmla="*/ 392568 h 464447"/>
                  <a:gd name="connsiteX75" fmla="*/ 204579 w 462605"/>
                  <a:gd name="connsiteY75" fmla="*/ 395333 h 464447"/>
                  <a:gd name="connsiteX76" fmla="*/ 185226 w 462605"/>
                  <a:gd name="connsiteY76" fmla="*/ 277377 h 464447"/>
                  <a:gd name="connsiteX77" fmla="*/ 6575 w 462605"/>
                  <a:gd name="connsiteY77" fmla="*/ 224851 h 464447"/>
                  <a:gd name="connsiteX78" fmla="*/ 74519 w 462605"/>
                  <a:gd name="connsiteY78" fmla="*/ 224851 h 464447"/>
                  <a:gd name="connsiteX79" fmla="*/ 81094 w 462605"/>
                  <a:gd name="connsiteY79" fmla="*/ 231486 h 464447"/>
                  <a:gd name="connsiteX80" fmla="*/ 74519 w 462605"/>
                  <a:gd name="connsiteY80" fmla="*/ 235909 h 464447"/>
                  <a:gd name="connsiteX81" fmla="*/ 6575 w 462605"/>
                  <a:gd name="connsiteY81" fmla="*/ 235909 h 464447"/>
                  <a:gd name="connsiteX82" fmla="*/ 0 w 462605"/>
                  <a:gd name="connsiteY82" fmla="*/ 231486 h 464447"/>
                  <a:gd name="connsiteX83" fmla="*/ 6575 w 462605"/>
                  <a:gd name="connsiteY83" fmla="*/ 224851 h 464447"/>
                  <a:gd name="connsiteX84" fmla="*/ 386216 w 462605"/>
                  <a:gd name="connsiteY84" fmla="*/ 223008 h 464447"/>
                  <a:gd name="connsiteX85" fmla="*/ 456058 w 462605"/>
                  <a:gd name="connsiteY85" fmla="*/ 223008 h 464447"/>
                  <a:gd name="connsiteX86" fmla="*/ 462605 w 462605"/>
                  <a:gd name="connsiteY86" fmla="*/ 229459 h 464447"/>
                  <a:gd name="connsiteX87" fmla="*/ 456058 w 462605"/>
                  <a:gd name="connsiteY87" fmla="*/ 235909 h 464447"/>
                  <a:gd name="connsiteX88" fmla="*/ 386216 w 462605"/>
                  <a:gd name="connsiteY88" fmla="*/ 235909 h 464447"/>
                  <a:gd name="connsiteX89" fmla="*/ 379668 w 462605"/>
                  <a:gd name="connsiteY89" fmla="*/ 229459 h 464447"/>
                  <a:gd name="connsiteX90" fmla="*/ 386216 w 462605"/>
                  <a:gd name="connsiteY90" fmla="*/ 223008 h 464447"/>
                  <a:gd name="connsiteX91" fmla="*/ 231369 w 462605"/>
                  <a:gd name="connsiteY91" fmla="*/ 140071 h 464447"/>
                  <a:gd name="connsiteX92" fmla="*/ 316083 w 462605"/>
                  <a:gd name="connsiteY92" fmla="*/ 224786 h 464447"/>
                  <a:gd name="connsiteX93" fmla="*/ 309567 w 462605"/>
                  <a:gd name="connsiteY93" fmla="*/ 231302 h 464447"/>
                  <a:gd name="connsiteX94" fmla="*/ 303050 w 462605"/>
                  <a:gd name="connsiteY94" fmla="*/ 224786 h 464447"/>
                  <a:gd name="connsiteX95" fmla="*/ 231369 w 462605"/>
                  <a:gd name="connsiteY95" fmla="*/ 153104 h 464447"/>
                  <a:gd name="connsiteX96" fmla="*/ 224852 w 462605"/>
                  <a:gd name="connsiteY96" fmla="*/ 146588 h 464447"/>
                  <a:gd name="connsiteX97" fmla="*/ 231369 w 462605"/>
                  <a:gd name="connsiteY97" fmla="*/ 140071 h 464447"/>
                  <a:gd name="connsiteX98" fmla="*/ 421218 w 462605"/>
                  <a:gd name="connsiteY98" fmla="*/ 113682 h 464447"/>
                  <a:gd name="connsiteX99" fmla="*/ 430000 w 462605"/>
                  <a:gd name="connsiteY99" fmla="*/ 115861 h 464447"/>
                  <a:gd name="connsiteX100" fmla="*/ 427804 w 462605"/>
                  <a:gd name="connsiteY100" fmla="*/ 124573 h 464447"/>
                  <a:gd name="connsiteX101" fmla="*/ 368528 w 462605"/>
                  <a:gd name="connsiteY101" fmla="*/ 157245 h 464447"/>
                  <a:gd name="connsiteX102" fmla="*/ 364137 w 462605"/>
                  <a:gd name="connsiteY102" fmla="*/ 159423 h 464447"/>
                  <a:gd name="connsiteX103" fmla="*/ 359747 w 462605"/>
                  <a:gd name="connsiteY103" fmla="*/ 155067 h 464447"/>
                  <a:gd name="connsiteX104" fmla="*/ 361942 w 462605"/>
                  <a:gd name="connsiteY104" fmla="*/ 146354 h 464447"/>
                  <a:gd name="connsiteX105" fmla="*/ 421218 w 462605"/>
                  <a:gd name="connsiteY105" fmla="*/ 113682 h 464447"/>
                  <a:gd name="connsiteX106" fmla="*/ 39409 w 462605"/>
                  <a:gd name="connsiteY106" fmla="*/ 113682 h 464447"/>
                  <a:gd name="connsiteX107" fmla="*/ 97953 w 462605"/>
                  <a:gd name="connsiteY107" fmla="*/ 146354 h 464447"/>
                  <a:gd name="connsiteX108" fmla="*/ 100121 w 462605"/>
                  <a:gd name="connsiteY108" fmla="*/ 155066 h 464447"/>
                  <a:gd name="connsiteX109" fmla="*/ 95784 w 462605"/>
                  <a:gd name="connsiteY109" fmla="*/ 159423 h 464447"/>
                  <a:gd name="connsiteX110" fmla="*/ 91448 w 462605"/>
                  <a:gd name="connsiteY110" fmla="*/ 157245 h 464447"/>
                  <a:gd name="connsiteX111" fmla="*/ 32904 w 462605"/>
                  <a:gd name="connsiteY111" fmla="*/ 124573 h 464447"/>
                  <a:gd name="connsiteX112" fmla="*/ 30736 w 462605"/>
                  <a:gd name="connsiteY112" fmla="*/ 115860 h 464447"/>
                  <a:gd name="connsiteX113" fmla="*/ 39409 w 462605"/>
                  <a:gd name="connsiteY113" fmla="*/ 113682 h 464447"/>
                  <a:gd name="connsiteX114" fmla="*/ 344901 w 462605"/>
                  <a:gd name="connsiteY114" fmla="*/ 30735 h 464447"/>
                  <a:gd name="connsiteX115" fmla="*/ 347079 w 462605"/>
                  <a:gd name="connsiteY115" fmla="*/ 39408 h 464447"/>
                  <a:gd name="connsiteX116" fmla="*/ 314407 w 462605"/>
                  <a:gd name="connsiteY116" fmla="*/ 97952 h 464447"/>
                  <a:gd name="connsiteX117" fmla="*/ 307873 w 462605"/>
                  <a:gd name="connsiteY117" fmla="*/ 102289 h 464447"/>
                  <a:gd name="connsiteX118" fmla="*/ 305695 w 462605"/>
                  <a:gd name="connsiteY118" fmla="*/ 100120 h 464447"/>
                  <a:gd name="connsiteX119" fmla="*/ 303516 w 462605"/>
                  <a:gd name="connsiteY119" fmla="*/ 91447 h 464447"/>
                  <a:gd name="connsiteX120" fmla="*/ 336188 w 462605"/>
                  <a:gd name="connsiteY120" fmla="*/ 32903 h 464447"/>
                  <a:gd name="connsiteX121" fmla="*/ 344901 w 462605"/>
                  <a:gd name="connsiteY121" fmla="*/ 30735 h 464447"/>
                  <a:gd name="connsiteX122" fmla="*/ 115861 w 462605"/>
                  <a:gd name="connsiteY122" fmla="*/ 30735 h 464447"/>
                  <a:gd name="connsiteX123" fmla="*/ 124573 w 462605"/>
                  <a:gd name="connsiteY123" fmla="*/ 32903 h 464447"/>
                  <a:gd name="connsiteX124" fmla="*/ 157245 w 462605"/>
                  <a:gd name="connsiteY124" fmla="*/ 91447 h 464447"/>
                  <a:gd name="connsiteX125" fmla="*/ 155067 w 462605"/>
                  <a:gd name="connsiteY125" fmla="*/ 100120 h 464447"/>
                  <a:gd name="connsiteX126" fmla="*/ 152889 w 462605"/>
                  <a:gd name="connsiteY126" fmla="*/ 102289 h 464447"/>
                  <a:gd name="connsiteX127" fmla="*/ 146354 w 462605"/>
                  <a:gd name="connsiteY127" fmla="*/ 97952 h 464447"/>
                  <a:gd name="connsiteX128" fmla="*/ 113682 w 462605"/>
                  <a:gd name="connsiteY128" fmla="*/ 39408 h 464447"/>
                  <a:gd name="connsiteX129" fmla="*/ 115861 w 462605"/>
                  <a:gd name="connsiteY129" fmla="*/ 30735 h 464447"/>
                  <a:gd name="connsiteX130" fmla="*/ 231303 w 462605"/>
                  <a:gd name="connsiteY130" fmla="*/ 0 h 464447"/>
                  <a:gd name="connsiteX131" fmla="*/ 237753 w 462605"/>
                  <a:gd name="connsiteY131" fmla="*/ 6575 h 464447"/>
                  <a:gd name="connsiteX132" fmla="*/ 237753 w 462605"/>
                  <a:gd name="connsiteY132" fmla="*/ 74519 h 464447"/>
                  <a:gd name="connsiteX133" fmla="*/ 231303 w 462605"/>
                  <a:gd name="connsiteY133" fmla="*/ 81094 h 464447"/>
                  <a:gd name="connsiteX134" fmla="*/ 224852 w 462605"/>
                  <a:gd name="connsiteY134" fmla="*/ 74519 h 464447"/>
                  <a:gd name="connsiteX135" fmla="*/ 224852 w 462605"/>
                  <a:gd name="connsiteY135" fmla="*/ 6575 h 464447"/>
                  <a:gd name="connsiteX136" fmla="*/ 231303 w 462605"/>
                  <a:gd name="connsiteY136" fmla="*/ 0 h 464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462605" h="464447">
                    <a:moveTo>
                      <a:pt x="185067" y="421135"/>
                    </a:moveTo>
                    <a:cubicBezTo>
                      <a:pt x="276617" y="421135"/>
                      <a:pt x="276617" y="421135"/>
                      <a:pt x="276617" y="421135"/>
                    </a:cubicBezTo>
                    <a:cubicBezTo>
                      <a:pt x="280977" y="421135"/>
                      <a:pt x="287516" y="425558"/>
                      <a:pt x="287516" y="432193"/>
                    </a:cubicBezTo>
                    <a:cubicBezTo>
                      <a:pt x="287516" y="438828"/>
                      <a:pt x="280977" y="443252"/>
                      <a:pt x="276617" y="443252"/>
                    </a:cubicBezTo>
                    <a:lnTo>
                      <a:pt x="261902" y="443252"/>
                    </a:lnTo>
                    <a:cubicBezTo>
                      <a:pt x="268424" y="443252"/>
                      <a:pt x="272771" y="449611"/>
                      <a:pt x="272771" y="453850"/>
                    </a:cubicBezTo>
                    <a:cubicBezTo>
                      <a:pt x="272771" y="460208"/>
                      <a:pt x="268424" y="464447"/>
                      <a:pt x="261902" y="464447"/>
                    </a:cubicBezTo>
                    <a:cubicBezTo>
                      <a:pt x="198860" y="464447"/>
                      <a:pt x="198860" y="464447"/>
                      <a:pt x="198860" y="464447"/>
                    </a:cubicBezTo>
                    <a:cubicBezTo>
                      <a:pt x="192339" y="464447"/>
                      <a:pt x="187991" y="460208"/>
                      <a:pt x="187991" y="453850"/>
                    </a:cubicBezTo>
                    <a:cubicBezTo>
                      <a:pt x="187991" y="449611"/>
                      <a:pt x="192339" y="443252"/>
                      <a:pt x="198860" y="443252"/>
                    </a:cubicBezTo>
                    <a:lnTo>
                      <a:pt x="196511" y="443252"/>
                    </a:lnTo>
                    <a:cubicBezTo>
                      <a:pt x="185067" y="443252"/>
                      <a:pt x="185067" y="443252"/>
                      <a:pt x="185067" y="443252"/>
                    </a:cubicBezTo>
                    <a:cubicBezTo>
                      <a:pt x="178527" y="443252"/>
                      <a:pt x="174168" y="438828"/>
                      <a:pt x="174168" y="432193"/>
                    </a:cubicBezTo>
                    <a:cubicBezTo>
                      <a:pt x="174168" y="425558"/>
                      <a:pt x="178527" y="421135"/>
                      <a:pt x="185067" y="421135"/>
                    </a:cubicBezTo>
                    <a:close/>
                    <a:moveTo>
                      <a:pt x="176807" y="397176"/>
                    </a:moveTo>
                    <a:cubicBezTo>
                      <a:pt x="283954" y="397176"/>
                      <a:pt x="283954" y="397176"/>
                      <a:pt x="283954" y="397176"/>
                    </a:cubicBezTo>
                    <a:cubicBezTo>
                      <a:pt x="290514" y="397176"/>
                      <a:pt x="294887" y="403811"/>
                      <a:pt x="294887" y="408234"/>
                    </a:cubicBezTo>
                    <a:cubicBezTo>
                      <a:pt x="294887" y="414869"/>
                      <a:pt x="290514" y="419293"/>
                      <a:pt x="283954" y="419293"/>
                    </a:cubicBezTo>
                    <a:cubicBezTo>
                      <a:pt x="176807" y="419293"/>
                      <a:pt x="176807" y="419293"/>
                      <a:pt x="176807" y="419293"/>
                    </a:cubicBezTo>
                    <a:cubicBezTo>
                      <a:pt x="170247" y="419293"/>
                      <a:pt x="165874" y="414869"/>
                      <a:pt x="165874" y="408234"/>
                    </a:cubicBezTo>
                    <a:cubicBezTo>
                      <a:pt x="165874" y="403811"/>
                      <a:pt x="170247" y="397176"/>
                      <a:pt x="176807" y="397176"/>
                    </a:cubicBezTo>
                    <a:close/>
                    <a:moveTo>
                      <a:pt x="368528" y="303516"/>
                    </a:moveTo>
                    <a:cubicBezTo>
                      <a:pt x="427804" y="336188"/>
                      <a:pt x="427804" y="336188"/>
                      <a:pt x="427804" y="336188"/>
                    </a:cubicBezTo>
                    <a:cubicBezTo>
                      <a:pt x="430000" y="338367"/>
                      <a:pt x="432195" y="342723"/>
                      <a:pt x="430000" y="344901"/>
                    </a:cubicBezTo>
                    <a:cubicBezTo>
                      <a:pt x="427804" y="347079"/>
                      <a:pt x="425609" y="349257"/>
                      <a:pt x="423414" y="349257"/>
                    </a:cubicBezTo>
                    <a:cubicBezTo>
                      <a:pt x="423414" y="349257"/>
                      <a:pt x="421218" y="349257"/>
                      <a:pt x="421218" y="347079"/>
                    </a:cubicBezTo>
                    <a:cubicBezTo>
                      <a:pt x="361942" y="314407"/>
                      <a:pt x="361942" y="314407"/>
                      <a:pt x="361942" y="314407"/>
                    </a:cubicBezTo>
                    <a:cubicBezTo>
                      <a:pt x="357551" y="312229"/>
                      <a:pt x="357551" y="307873"/>
                      <a:pt x="359747" y="305695"/>
                    </a:cubicBezTo>
                    <a:cubicBezTo>
                      <a:pt x="361942" y="301338"/>
                      <a:pt x="364137" y="301338"/>
                      <a:pt x="368528" y="303516"/>
                    </a:cubicBezTo>
                    <a:close/>
                    <a:moveTo>
                      <a:pt x="91448" y="303516"/>
                    </a:moveTo>
                    <a:cubicBezTo>
                      <a:pt x="95784" y="301338"/>
                      <a:pt x="100121" y="301338"/>
                      <a:pt x="100121" y="305695"/>
                    </a:cubicBezTo>
                    <a:cubicBezTo>
                      <a:pt x="102289" y="307873"/>
                      <a:pt x="102289" y="312229"/>
                      <a:pt x="97953" y="314407"/>
                    </a:cubicBezTo>
                    <a:cubicBezTo>
                      <a:pt x="39409" y="347079"/>
                      <a:pt x="39409" y="347079"/>
                      <a:pt x="39409" y="347079"/>
                    </a:cubicBezTo>
                    <a:cubicBezTo>
                      <a:pt x="39409" y="349257"/>
                      <a:pt x="37240" y="349257"/>
                      <a:pt x="37240" y="349257"/>
                    </a:cubicBezTo>
                    <a:cubicBezTo>
                      <a:pt x="35072" y="349257"/>
                      <a:pt x="32904" y="347079"/>
                      <a:pt x="30736" y="344901"/>
                    </a:cubicBezTo>
                    <a:cubicBezTo>
                      <a:pt x="28567" y="342723"/>
                      <a:pt x="30736" y="338367"/>
                      <a:pt x="32904" y="336188"/>
                    </a:cubicBezTo>
                    <a:cubicBezTo>
                      <a:pt x="91448" y="303516"/>
                      <a:pt x="91448" y="303516"/>
                      <a:pt x="91448" y="303516"/>
                    </a:cubicBezTo>
                    <a:close/>
                    <a:moveTo>
                      <a:pt x="196285" y="274613"/>
                    </a:moveTo>
                    <a:lnTo>
                      <a:pt x="197615" y="282721"/>
                    </a:lnTo>
                    <a:lnTo>
                      <a:pt x="203115" y="277378"/>
                    </a:lnTo>
                    <a:cubicBezTo>
                      <a:pt x="207452" y="277378"/>
                      <a:pt x="209620" y="279484"/>
                      <a:pt x="209620" y="283697"/>
                    </a:cubicBezTo>
                    <a:cubicBezTo>
                      <a:pt x="211789" y="283697"/>
                      <a:pt x="211789" y="287909"/>
                      <a:pt x="211789" y="287909"/>
                    </a:cubicBezTo>
                    <a:cubicBezTo>
                      <a:pt x="213957" y="287909"/>
                      <a:pt x="213957" y="283697"/>
                      <a:pt x="213957" y="283697"/>
                    </a:cubicBezTo>
                    <a:cubicBezTo>
                      <a:pt x="216125" y="279484"/>
                      <a:pt x="218293" y="277378"/>
                      <a:pt x="222630" y="277378"/>
                    </a:cubicBezTo>
                    <a:cubicBezTo>
                      <a:pt x="226967" y="277378"/>
                      <a:pt x="226967" y="279484"/>
                      <a:pt x="229135" y="283697"/>
                    </a:cubicBezTo>
                    <a:cubicBezTo>
                      <a:pt x="229135" y="283697"/>
                      <a:pt x="231303" y="287909"/>
                      <a:pt x="231303" y="287909"/>
                    </a:cubicBezTo>
                    <a:cubicBezTo>
                      <a:pt x="231303" y="287909"/>
                      <a:pt x="233472" y="283697"/>
                      <a:pt x="233472" y="283697"/>
                    </a:cubicBezTo>
                    <a:cubicBezTo>
                      <a:pt x="235640" y="279484"/>
                      <a:pt x="235640" y="277378"/>
                      <a:pt x="239976" y="277378"/>
                    </a:cubicBezTo>
                    <a:cubicBezTo>
                      <a:pt x="244313" y="277378"/>
                      <a:pt x="246481" y="279484"/>
                      <a:pt x="248650" y="283697"/>
                    </a:cubicBezTo>
                    <a:cubicBezTo>
                      <a:pt x="248650" y="283697"/>
                      <a:pt x="248650" y="287909"/>
                      <a:pt x="250818" y="287909"/>
                    </a:cubicBezTo>
                    <a:cubicBezTo>
                      <a:pt x="250818" y="287909"/>
                      <a:pt x="250818" y="283697"/>
                      <a:pt x="252986" y="283697"/>
                    </a:cubicBezTo>
                    <a:cubicBezTo>
                      <a:pt x="252986" y="279484"/>
                      <a:pt x="255154" y="277378"/>
                      <a:pt x="259491" y="277378"/>
                    </a:cubicBezTo>
                    <a:lnTo>
                      <a:pt x="262607" y="280404"/>
                    </a:lnTo>
                    <a:lnTo>
                      <a:pt x="263557" y="274613"/>
                    </a:lnTo>
                    <a:lnTo>
                      <a:pt x="274615" y="277377"/>
                    </a:lnTo>
                    <a:lnTo>
                      <a:pt x="255263" y="395333"/>
                    </a:lnTo>
                    <a:lnTo>
                      <a:pt x="244204" y="392568"/>
                    </a:lnTo>
                    <a:lnTo>
                      <a:pt x="261712" y="285854"/>
                    </a:lnTo>
                    <a:lnTo>
                      <a:pt x="261659" y="285803"/>
                    </a:lnTo>
                    <a:cubicBezTo>
                      <a:pt x="261659" y="283697"/>
                      <a:pt x="259491" y="281590"/>
                      <a:pt x="259491" y="281590"/>
                    </a:cubicBezTo>
                    <a:cubicBezTo>
                      <a:pt x="259491" y="281590"/>
                      <a:pt x="257323" y="283697"/>
                      <a:pt x="257323" y="285803"/>
                    </a:cubicBezTo>
                    <a:cubicBezTo>
                      <a:pt x="255154" y="287909"/>
                      <a:pt x="252986" y="292122"/>
                      <a:pt x="250818" y="292122"/>
                    </a:cubicBezTo>
                    <a:cubicBezTo>
                      <a:pt x="246481" y="292122"/>
                      <a:pt x="244313" y="287909"/>
                      <a:pt x="242145" y="285803"/>
                    </a:cubicBezTo>
                    <a:cubicBezTo>
                      <a:pt x="242145" y="283697"/>
                      <a:pt x="242145" y="281590"/>
                      <a:pt x="239976" y="281590"/>
                    </a:cubicBezTo>
                    <a:cubicBezTo>
                      <a:pt x="239976" y="281590"/>
                      <a:pt x="239976" y="283697"/>
                      <a:pt x="237808" y="285803"/>
                    </a:cubicBezTo>
                    <a:cubicBezTo>
                      <a:pt x="237808" y="287909"/>
                      <a:pt x="235640" y="292122"/>
                      <a:pt x="231303" y="292122"/>
                    </a:cubicBezTo>
                    <a:cubicBezTo>
                      <a:pt x="226967" y="292122"/>
                      <a:pt x="224798" y="287909"/>
                      <a:pt x="224798" y="285803"/>
                    </a:cubicBezTo>
                    <a:cubicBezTo>
                      <a:pt x="224798" y="283697"/>
                      <a:pt x="222630" y="281590"/>
                      <a:pt x="222630" y="281590"/>
                    </a:cubicBezTo>
                    <a:cubicBezTo>
                      <a:pt x="220462" y="281590"/>
                      <a:pt x="220462" y="283697"/>
                      <a:pt x="220462" y="285803"/>
                    </a:cubicBezTo>
                    <a:cubicBezTo>
                      <a:pt x="218293" y="287909"/>
                      <a:pt x="216125" y="292122"/>
                      <a:pt x="211789" y="292122"/>
                    </a:cubicBezTo>
                    <a:cubicBezTo>
                      <a:pt x="209620" y="292122"/>
                      <a:pt x="207452" y="287909"/>
                      <a:pt x="205284" y="285803"/>
                    </a:cubicBezTo>
                    <a:cubicBezTo>
                      <a:pt x="205284" y="283697"/>
                      <a:pt x="203115" y="281590"/>
                      <a:pt x="203115" y="281590"/>
                    </a:cubicBezTo>
                    <a:cubicBezTo>
                      <a:pt x="203115" y="281590"/>
                      <a:pt x="200947" y="283697"/>
                      <a:pt x="200947" y="285803"/>
                    </a:cubicBezTo>
                    <a:lnTo>
                      <a:pt x="198509" y="288171"/>
                    </a:lnTo>
                    <a:lnTo>
                      <a:pt x="215637" y="392568"/>
                    </a:lnTo>
                    <a:lnTo>
                      <a:pt x="204579" y="395333"/>
                    </a:lnTo>
                    <a:lnTo>
                      <a:pt x="185226" y="277377"/>
                    </a:lnTo>
                    <a:close/>
                    <a:moveTo>
                      <a:pt x="6575" y="224851"/>
                    </a:moveTo>
                    <a:cubicBezTo>
                      <a:pt x="74519" y="224851"/>
                      <a:pt x="74519" y="224851"/>
                      <a:pt x="74519" y="224851"/>
                    </a:cubicBezTo>
                    <a:cubicBezTo>
                      <a:pt x="78903" y="224851"/>
                      <a:pt x="81094" y="227062"/>
                      <a:pt x="81094" y="231486"/>
                    </a:cubicBezTo>
                    <a:cubicBezTo>
                      <a:pt x="81094" y="233697"/>
                      <a:pt x="78903" y="235909"/>
                      <a:pt x="74519" y="235909"/>
                    </a:cubicBezTo>
                    <a:cubicBezTo>
                      <a:pt x="6575" y="235909"/>
                      <a:pt x="6575" y="235909"/>
                      <a:pt x="6575" y="235909"/>
                    </a:cubicBezTo>
                    <a:cubicBezTo>
                      <a:pt x="2191" y="235909"/>
                      <a:pt x="0" y="233697"/>
                      <a:pt x="0" y="231486"/>
                    </a:cubicBezTo>
                    <a:cubicBezTo>
                      <a:pt x="0" y="227062"/>
                      <a:pt x="2191" y="224851"/>
                      <a:pt x="6575" y="224851"/>
                    </a:cubicBezTo>
                    <a:close/>
                    <a:moveTo>
                      <a:pt x="386216" y="223008"/>
                    </a:moveTo>
                    <a:cubicBezTo>
                      <a:pt x="456058" y="223008"/>
                      <a:pt x="456058" y="223008"/>
                      <a:pt x="456058" y="223008"/>
                    </a:cubicBezTo>
                    <a:cubicBezTo>
                      <a:pt x="460423" y="223008"/>
                      <a:pt x="462605" y="227309"/>
                      <a:pt x="462605" y="229459"/>
                    </a:cubicBezTo>
                    <a:cubicBezTo>
                      <a:pt x="462605" y="233759"/>
                      <a:pt x="460423" y="235909"/>
                      <a:pt x="456058" y="235909"/>
                    </a:cubicBezTo>
                    <a:cubicBezTo>
                      <a:pt x="386216" y="235909"/>
                      <a:pt x="386216" y="235909"/>
                      <a:pt x="386216" y="235909"/>
                    </a:cubicBezTo>
                    <a:cubicBezTo>
                      <a:pt x="381851" y="235909"/>
                      <a:pt x="379668" y="233759"/>
                      <a:pt x="379668" y="229459"/>
                    </a:cubicBezTo>
                    <a:cubicBezTo>
                      <a:pt x="379668" y="227309"/>
                      <a:pt x="381851" y="223008"/>
                      <a:pt x="386216" y="223008"/>
                    </a:cubicBezTo>
                    <a:close/>
                    <a:moveTo>
                      <a:pt x="231369" y="140071"/>
                    </a:moveTo>
                    <a:cubicBezTo>
                      <a:pt x="276984" y="140071"/>
                      <a:pt x="316083" y="176998"/>
                      <a:pt x="316083" y="224786"/>
                    </a:cubicBezTo>
                    <a:cubicBezTo>
                      <a:pt x="316083" y="229130"/>
                      <a:pt x="313911" y="231302"/>
                      <a:pt x="309567" y="231302"/>
                    </a:cubicBezTo>
                    <a:cubicBezTo>
                      <a:pt x="305222" y="231302"/>
                      <a:pt x="303050" y="229130"/>
                      <a:pt x="303050" y="224786"/>
                    </a:cubicBezTo>
                    <a:cubicBezTo>
                      <a:pt x="303050" y="185687"/>
                      <a:pt x="270468" y="153104"/>
                      <a:pt x="231369" y="153104"/>
                    </a:cubicBezTo>
                    <a:cubicBezTo>
                      <a:pt x="227024" y="153104"/>
                      <a:pt x="224852" y="148760"/>
                      <a:pt x="224852" y="146588"/>
                    </a:cubicBezTo>
                    <a:cubicBezTo>
                      <a:pt x="224852" y="142243"/>
                      <a:pt x="227024" y="140071"/>
                      <a:pt x="231369" y="140071"/>
                    </a:cubicBezTo>
                    <a:close/>
                    <a:moveTo>
                      <a:pt x="421218" y="113682"/>
                    </a:moveTo>
                    <a:cubicBezTo>
                      <a:pt x="423414" y="111504"/>
                      <a:pt x="427804" y="111504"/>
                      <a:pt x="430000" y="115861"/>
                    </a:cubicBezTo>
                    <a:cubicBezTo>
                      <a:pt x="432195" y="118039"/>
                      <a:pt x="430000" y="122395"/>
                      <a:pt x="427804" y="124573"/>
                    </a:cubicBezTo>
                    <a:cubicBezTo>
                      <a:pt x="368528" y="157245"/>
                      <a:pt x="368528" y="157245"/>
                      <a:pt x="368528" y="157245"/>
                    </a:cubicBezTo>
                    <a:cubicBezTo>
                      <a:pt x="366333" y="159423"/>
                      <a:pt x="366333" y="159423"/>
                      <a:pt x="364137" y="159423"/>
                    </a:cubicBezTo>
                    <a:cubicBezTo>
                      <a:pt x="361942" y="159423"/>
                      <a:pt x="359747" y="157245"/>
                      <a:pt x="359747" y="155067"/>
                    </a:cubicBezTo>
                    <a:cubicBezTo>
                      <a:pt x="357551" y="152889"/>
                      <a:pt x="357551" y="148533"/>
                      <a:pt x="361942" y="146354"/>
                    </a:cubicBezTo>
                    <a:cubicBezTo>
                      <a:pt x="421218" y="113682"/>
                      <a:pt x="421218" y="113682"/>
                      <a:pt x="421218" y="113682"/>
                    </a:cubicBezTo>
                    <a:close/>
                    <a:moveTo>
                      <a:pt x="39409" y="113682"/>
                    </a:moveTo>
                    <a:cubicBezTo>
                      <a:pt x="97953" y="146354"/>
                      <a:pt x="97953" y="146354"/>
                      <a:pt x="97953" y="146354"/>
                    </a:cubicBezTo>
                    <a:cubicBezTo>
                      <a:pt x="102289" y="148532"/>
                      <a:pt x="102289" y="152888"/>
                      <a:pt x="100121" y="155066"/>
                    </a:cubicBezTo>
                    <a:cubicBezTo>
                      <a:pt x="100121" y="157245"/>
                      <a:pt x="97953" y="159423"/>
                      <a:pt x="95784" y="159423"/>
                    </a:cubicBezTo>
                    <a:cubicBezTo>
                      <a:pt x="93616" y="159423"/>
                      <a:pt x="93616" y="159423"/>
                      <a:pt x="91448" y="157245"/>
                    </a:cubicBezTo>
                    <a:cubicBezTo>
                      <a:pt x="32904" y="124573"/>
                      <a:pt x="32904" y="124573"/>
                      <a:pt x="32904" y="124573"/>
                    </a:cubicBezTo>
                    <a:cubicBezTo>
                      <a:pt x="30736" y="122394"/>
                      <a:pt x="28567" y="118038"/>
                      <a:pt x="30736" y="115860"/>
                    </a:cubicBezTo>
                    <a:cubicBezTo>
                      <a:pt x="32904" y="111504"/>
                      <a:pt x="37240" y="111504"/>
                      <a:pt x="39409" y="113682"/>
                    </a:cubicBezTo>
                    <a:close/>
                    <a:moveTo>
                      <a:pt x="344901" y="30735"/>
                    </a:moveTo>
                    <a:cubicBezTo>
                      <a:pt x="349257" y="32903"/>
                      <a:pt x="349257" y="37240"/>
                      <a:pt x="347079" y="39408"/>
                    </a:cubicBezTo>
                    <a:cubicBezTo>
                      <a:pt x="314407" y="97952"/>
                      <a:pt x="314407" y="97952"/>
                      <a:pt x="314407" y="97952"/>
                    </a:cubicBezTo>
                    <a:cubicBezTo>
                      <a:pt x="312229" y="100120"/>
                      <a:pt x="310051" y="102289"/>
                      <a:pt x="307873" y="102289"/>
                    </a:cubicBezTo>
                    <a:cubicBezTo>
                      <a:pt x="307873" y="102289"/>
                      <a:pt x="305695" y="102289"/>
                      <a:pt x="305695" y="100120"/>
                    </a:cubicBezTo>
                    <a:cubicBezTo>
                      <a:pt x="301338" y="97952"/>
                      <a:pt x="301338" y="95784"/>
                      <a:pt x="303516" y="91447"/>
                    </a:cubicBezTo>
                    <a:cubicBezTo>
                      <a:pt x="336188" y="32903"/>
                      <a:pt x="336188" y="32903"/>
                      <a:pt x="336188" y="32903"/>
                    </a:cubicBezTo>
                    <a:cubicBezTo>
                      <a:pt x="338367" y="30735"/>
                      <a:pt x="342723" y="28567"/>
                      <a:pt x="344901" y="30735"/>
                    </a:cubicBezTo>
                    <a:close/>
                    <a:moveTo>
                      <a:pt x="115861" y="30735"/>
                    </a:moveTo>
                    <a:cubicBezTo>
                      <a:pt x="118039" y="28567"/>
                      <a:pt x="122395" y="30735"/>
                      <a:pt x="124573" y="32903"/>
                    </a:cubicBezTo>
                    <a:cubicBezTo>
                      <a:pt x="157245" y="91447"/>
                      <a:pt x="157245" y="91447"/>
                      <a:pt x="157245" y="91447"/>
                    </a:cubicBezTo>
                    <a:cubicBezTo>
                      <a:pt x="159423" y="95784"/>
                      <a:pt x="159423" y="97952"/>
                      <a:pt x="155067" y="100120"/>
                    </a:cubicBezTo>
                    <a:cubicBezTo>
                      <a:pt x="155067" y="102289"/>
                      <a:pt x="152889" y="102289"/>
                      <a:pt x="152889" y="102289"/>
                    </a:cubicBezTo>
                    <a:cubicBezTo>
                      <a:pt x="150711" y="102289"/>
                      <a:pt x="148533" y="100120"/>
                      <a:pt x="146354" y="97952"/>
                    </a:cubicBezTo>
                    <a:cubicBezTo>
                      <a:pt x="113682" y="39408"/>
                      <a:pt x="113682" y="39408"/>
                      <a:pt x="113682" y="39408"/>
                    </a:cubicBezTo>
                    <a:cubicBezTo>
                      <a:pt x="111504" y="37240"/>
                      <a:pt x="111504" y="32903"/>
                      <a:pt x="115861" y="30735"/>
                    </a:cubicBezTo>
                    <a:close/>
                    <a:moveTo>
                      <a:pt x="231303" y="0"/>
                    </a:moveTo>
                    <a:cubicBezTo>
                      <a:pt x="233453" y="0"/>
                      <a:pt x="237753" y="2191"/>
                      <a:pt x="237753" y="6575"/>
                    </a:cubicBezTo>
                    <a:cubicBezTo>
                      <a:pt x="237753" y="74519"/>
                      <a:pt x="237753" y="74519"/>
                      <a:pt x="237753" y="74519"/>
                    </a:cubicBezTo>
                    <a:cubicBezTo>
                      <a:pt x="237753" y="78902"/>
                      <a:pt x="233453" y="81094"/>
                      <a:pt x="231303" y="81094"/>
                    </a:cubicBezTo>
                    <a:cubicBezTo>
                      <a:pt x="227002" y="81094"/>
                      <a:pt x="224852" y="78902"/>
                      <a:pt x="224852" y="74519"/>
                    </a:cubicBezTo>
                    <a:cubicBezTo>
                      <a:pt x="224852" y="6575"/>
                      <a:pt x="224852" y="6575"/>
                      <a:pt x="224852" y="6575"/>
                    </a:cubicBezTo>
                    <a:cubicBezTo>
                      <a:pt x="224852" y="2191"/>
                      <a:pt x="227002" y="0"/>
                      <a:pt x="231303" y="0"/>
                    </a:cubicBezTo>
                    <a:close/>
                  </a:path>
                </a:pathLst>
              </a:custGeom>
              <a:grpFill/>
              <a:ln>
                <a:noFill/>
              </a:ln>
            </p:spPr>
            <p:txBody>
              <a:bodyPr vert="horz" wrap="square" lIns="91440" tIns="45720" rIns="91440" bIns="45720" numCol="1" anchor="t" anchorCtr="0" compatLnSpc="1">
                <a:noAutofit/>
              </a:bodyPr>
              <a:lstStyle/>
              <a:p>
                <a:endParaRPr lang="zh-CN" altLang="en-US"/>
              </a:p>
            </p:txBody>
          </p:sp>
        </p:grpSp>
      </p:grpSp>
      <p:grpSp>
        <p:nvGrpSpPr>
          <p:cNvPr id="65" name="组合 64"/>
          <p:cNvGrpSpPr/>
          <p:nvPr>
            <p:custDataLst>
              <p:tags r:id="rId2"/>
            </p:custDataLst>
          </p:nvPr>
        </p:nvGrpSpPr>
        <p:grpSpPr>
          <a:xfrm>
            <a:off x="375542" y="2741090"/>
            <a:ext cx="4309214" cy="1034203"/>
            <a:chOff x="251628" y="2346951"/>
            <a:chExt cx="4309214" cy="1034203"/>
          </a:xfrm>
        </p:grpSpPr>
        <p:sp>
          <p:nvSpPr>
            <p:cNvPr id="66" name="学论网-专注原创-www.xuelun.me"/>
            <p:cNvSpPr/>
            <p:nvPr>
              <p:custDataLst>
                <p:tags r:id="rId15"/>
              </p:custDataLst>
            </p:nvPr>
          </p:nvSpPr>
          <p:spPr>
            <a:xfrm>
              <a:off x="731916" y="2347409"/>
              <a:ext cx="3828926" cy="1033745"/>
            </a:xfrm>
            <a:prstGeom prst="rect">
              <a:avLst/>
            </a:prstGeom>
          </p:spPr>
          <p:txBody>
            <a:bodyPr wrap="square">
              <a:spAutoFit/>
            </a:bodyPr>
            <a:lstStyle/>
            <a:p>
              <a:r>
                <a:rPr lang="zh-CN" altLang="zh-CN" sz="1600" b="1">
                  <a:solidFill>
                    <a:schemeClr val="tx1"/>
                  </a:solidFill>
                  <a:latin typeface="微软雅黑" panose="020B0503020204020204" pitchFamily="34" charset="-122"/>
                  <a:ea typeface="微软雅黑" panose="020B0503020204020204" pitchFamily="34" charset="-122"/>
                </a:rPr>
                <a:t>点云</a:t>
              </a:r>
              <a:r>
                <a:rPr lang="en-US" altLang="zh-CN" sz="1600" b="1">
                  <a:solidFill>
                    <a:schemeClr val="tx1"/>
                  </a:solidFill>
                  <a:latin typeface="微软雅黑" panose="020B0503020204020204" pitchFamily="34" charset="-122"/>
                  <a:ea typeface="微软雅黑" panose="020B0503020204020204" pitchFamily="34" charset="-122"/>
                </a:rPr>
                <a:t>-</a:t>
              </a:r>
              <a:r>
                <a:rPr lang="zh-CN" altLang="zh-CN" sz="1600" b="1">
                  <a:solidFill>
                    <a:schemeClr val="tx1"/>
                  </a:solidFill>
                  <a:latin typeface="微软雅黑" panose="020B0503020204020204" pitchFamily="34" charset="-122"/>
                  <a:ea typeface="微软雅黑" panose="020B0503020204020204" pitchFamily="34" charset="-122"/>
                </a:rPr>
                <a:t>可见光联合的船舶检测数据集构建</a:t>
              </a:r>
            </a:p>
            <a:p>
              <a:pPr marL="285750" indent="-285750">
                <a:lnSpc>
                  <a:spcPct val="150000"/>
                </a:lnSpc>
                <a:buFont typeface="Arial" panose="020B0604020202020204" pitchFamily="34" charset="0"/>
                <a:buChar char="•"/>
              </a:pPr>
              <a:r>
                <a:rPr lang="zh-CN" altLang="en-US" sz="1600">
                  <a:solidFill>
                    <a:schemeClr val="tx1"/>
                  </a:solidFill>
                  <a:latin typeface="微软雅黑" panose="020B0503020204020204" pitchFamily="34" charset="-122"/>
                  <a:ea typeface="微软雅黑" panose="020B0503020204020204" pitchFamily="34" charset="-122"/>
                </a:rPr>
                <a:t>实船采集</a:t>
              </a:r>
              <a:endParaRPr lang="en-US" altLang="zh-CN" sz="160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en-US" altLang="zh-CN" sz="1600">
                  <a:solidFill>
                    <a:schemeClr val="tx1"/>
                  </a:solidFill>
                  <a:latin typeface="微软雅黑" panose="020B0503020204020204" pitchFamily="34" charset="-122"/>
                  <a:ea typeface="微软雅黑" panose="020B0503020204020204" pitchFamily="34" charset="-122"/>
                </a:rPr>
                <a:t>Unreal Engine 5</a:t>
              </a:r>
              <a:r>
                <a:rPr lang="zh-CN" altLang="en-US" sz="1600">
                  <a:solidFill>
                    <a:schemeClr val="tx1"/>
                  </a:solidFill>
                  <a:latin typeface="微软雅黑" panose="020B0503020204020204" pitchFamily="34" charset="-122"/>
                  <a:ea typeface="微软雅黑" panose="020B0503020204020204" pitchFamily="34" charset="-122"/>
                </a:rPr>
                <a:t>数据增广</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67" name="学论网-专注原创-www.xuelun.me"/>
            <p:cNvSpPr/>
            <p:nvPr>
              <p:custDataLst>
                <p:tags r:id="rId16"/>
              </p:custDataLst>
            </p:nvPr>
          </p:nvSpPr>
          <p:spPr>
            <a:xfrm>
              <a:off x="251628" y="2346951"/>
              <a:ext cx="504418" cy="972000"/>
            </a:xfrm>
            <a:prstGeom prst="rect">
              <a:avLst/>
            </a:prstGeom>
            <a:solidFill>
              <a:srgbClr val="004EA2"/>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3200" dirty="0">
                  <a:solidFill>
                    <a:schemeClr val="bg1"/>
                  </a:solidFill>
                  <a:latin typeface="微软雅黑" panose="020B0503020204020204" pitchFamily="34" charset="-122"/>
                  <a:ea typeface="微软雅黑" panose="020B0503020204020204" pitchFamily="34" charset="-122"/>
                </a:rPr>
                <a:t>1</a:t>
              </a:r>
              <a:endParaRPr lang="zh-CN" altLang="en-US" sz="3200" dirty="0">
                <a:solidFill>
                  <a:schemeClr val="bg1"/>
                </a:solidFill>
                <a:latin typeface="微软雅黑" panose="020B0503020204020204" pitchFamily="34" charset="-122"/>
                <a:ea typeface="微软雅黑" panose="020B0503020204020204" pitchFamily="34" charset="-122"/>
              </a:endParaRPr>
            </a:p>
          </p:txBody>
        </p:sp>
      </p:grpSp>
      <p:grpSp>
        <p:nvGrpSpPr>
          <p:cNvPr id="77" name="组合 76"/>
          <p:cNvGrpSpPr/>
          <p:nvPr>
            <p:custDataLst>
              <p:tags r:id="rId3"/>
            </p:custDataLst>
          </p:nvPr>
        </p:nvGrpSpPr>
        <p:grpSpPr>
          <a:xfrm>
            <a:off x="4182457" y="680851"/>
            <a:ext cx="6502121" cy="1526187"/>
            <a:chOff x="251628" y="2278066"/>
            <a:chExt cx="4332659" cy="1526187"/>
          </a:xfrm>
        </p:grpSpPr>
        <p:sp>
          <p:nvSpPr>
            <p:cNvPr id="78" name="学论网-专注原创-www.xuelun.me"/>
            <p:cNvSpPr/>
            <p:nvPr>
              <p:custDataLst>
                <p:tags r:id="rId13"/>
              </p:custDataLst>
            </p:nvPr>
          </p:nvSpPr>
          <p:spPr>
            <a:xfrm>
              <a:off x="578328" y="2278066"/>
              <a:ext cx="4005959" cy="1526187"/>
            </a:xfrm>
            <a:prstGeom prst="rect">
              <a:avLst/>
            </a:prstGeom>
          </p:spPr>
          <p:txBody>
            <a:bodyPr wrap="square">
              <a:spAutoFit/>
            </a:bodyPr>
            <a:lstStyle/>
            <a:p>
              <a:pPr>
                <a:lnSpc>
                  <a:spcPct val="150000"/>
                </a:lnSpc>
              </a:pPr>
              <a:r>
                <a:rPr lang="zh-CN" altLang="en-US" sz="1600" b="1">
                  <a:solidFill>
                    <a:schemeClr val="tx1"/>
                  </a:solidFill>
                  <a:latin typeface="微软雅黑" panose="020B0503020204020204" pitchFamily="34" charset="-122"/>
                  <a:ea typeface="微软雅黑" panose="020B0503020204020204" pitchFamily="34" charset="-122"/>
                </a:rPr>
                <a:t>点云与可见光单模态目标检测算法研究</a:t>
              </a:r>
              <a:endParaRPr lang="en-US" altLang="zh-CN" sz="1600" dirty="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600">
                  <a:solidFill>
                    <a:schemeClr val="tx1"/>
                  </a:solidFill>
                  <a:latin typeface="微软雅黑" panose="020B0503020204020204" pitchFamily="34" charset="-122"/>
                  <a:ea typeface="微软雅黑" panose="020B0503020204020204" pitchFamily="34" charset="-122"/>
                </a:rPr>
                <a:t>点云检测选取</a:t>
              </a:r>
              <a:r>
                <a:rPr lang="en-US" altLang="zh-CN" sz="1600">
                  <a:solidFill>
                    <a:schemeClr val="tx1"/>
                  </a:solidFill>
                  <a:latin typeface="微软雅黑" panose="020B0503020204020204" pitchFamily="34" charset="-122"/>
                  <a:ea typeface="微软雅黑" panose="020B0503020204020204" pitchFamily="34" charset="-122"/>
                </a:rPr>
                <a:t>VoxelNet</a:t>
              </a:r>
              <a:r>
                <a:rPr lang="zh-CN" altLang="en-US" sz="1600">
                  <a:solidFill>
                    <a:schemeClr val="tx1"/>
                  </a:solidFill>
                  <a:latin typeface="微软雅黑" panose="020B0503020204020204" pitchFamily="34" charset="-122"/>
                  <a:ea typeface="微软雅黑" panose="020B0503020204020204" pitchFamily="34" charset="-122"/>
                </a:rPr>
                <a:t>、</a:t>
              </a:r>
              <a:r>
                <a:rPr lang="en-US" altLang="zh-CN" sz="1600">
                  <a:solidFill>
                    <a:schemeClr val="tx1"/>
                  </a:solidFill>
                  <a:latin typeface="微软雅黑" panose="020B0503020204020204" pitchFamily="34" charset="-122"/>
                  <a:ea typeface="微软雅黑" panose="020B0503020204020204" pitchFamily="34" charset="-122"/>
                </a:rPr>
                <a:t>SECOND</a:t>
              </a:r>
              <a:r>
                <a:rPr lang="zh-CN" altLang="en-US" sz="1600">
                  <a:solidFill>
                    <a:schemeClr val="tx1"/>
                  </a:solidFill>
                  <a:latin typeface="微软雅黑" panose="020B0503020204020204" pitchFamily="34" charset="-122"/>
                  <a:ea typeface="微软雅黑" panose="020B0503020204020204" pitchFamily="34" charset="-122"/>
                </a:rPr>
                <a:t>、</a:t>
              </a:r>
              <a:r>
                <a:rPr lang="en-US" altLang="zh-CN" sz="1600">
                  <a:solidFill>
                    <a:schemeClr val="tx1"/>
                  </a:solidFill>
                  <a:latin typeface="微软雅黑" panose="020B0503020204020204" pitchFamily="34" charset="-122"/>
                  <a:ea typeface="微软雅黑" panose="020B0503020204020204" pitchFamily="34" charset="-122"/>
                </a:rPr>
                <a:t>PV-RCNN</a:t>
              </a:r>
            </a:p>
            <a:p>
              <a:pPr marL="285750" indent="-285750">
                <a:lnSpc>
                  <a:spcPct val="150000"/>
                </a:lnSpc>
                <a:buFont typeface="Arial" panose="020B0604020202020204" pitchFamily="34" charset="0"/>
                <a:buChar char="•"/>
              </a:pPr>
              <a:r>
                <a:rPr lang="zh-CN" altLang="en-US" sz="1600">
                  <a:solidFill>
                    <a:schemeClr val="tx1"/>
                  </a:solidFill>
                  <a:latin typeface="微软雅黑" panose="020B0503020204020204" pitchFamily="34" charset="-122"/>
                  <a:ea typeface="微软雅黑" panose="020B0503020204020204" pitchFamily="34" charset="-122"/>
                </a:rPr>
                <a:t>可见光检测</a:t>
              </a:r>
              <a:r>
                <a:rPr lang="en-US" altLang="zh-CN" sz="1600">
                  <a:solidFill>
                    <a:schemeClr val="tx1"/>
                  </a:solidFill>
                  <a:latin typeface="微软雅黑" panose="020B0503020204020204" pitchFamily="34" charset="-122"/>
                  <a:ea typeface="微软雅黑" panose="020B0503020204020204" pitchFamily="34" charset="-122"/>
                </a:rPr>
                <a:t>Swin Transformer</a:t>
              </a:r>
              <a:r>
                <a:rPr lang="zh-CN" altLang="zh-CN" sz="1600">
                  <a:solidFill>
                    <a:schemeClr val="tx1"/>
                  </a:solidFill>
                  <a:latin typeface="微软雅黑" panose="020B0503020204020204" pitchFamily="34" charset="-122"/>
                  <a:ea typeface="微软雅黑" panose="020B0503020204020204" pitchFamily="34" charset="-122"/>
                </a:rPr>
                <a:t>、</a:t>
              </a:r>
              <a:r>
                <a:rPr lang="en-US" altLang="zh-CN" sz="1600">
                  <a:solidFill>
                    <a:schemeClr val="tx1"/>
                  </a:solidFill>
                  <a:latin typeface="微软雅黑" panose="020B0503020204020204" pitchFamily="34" charset="-122"/>
                  <a:ea typeface="微软雅黑" panose="020B0503020204020204" pitchFamily="34" charset="-122"/>
                </a:rPr>
                <a:t>Faster R-CNN</a:t>
              </a:r>
              <a:r>
                <a:rPr lang="zh-CN" altLang="zh-CN" sz="1600">
                  <a:solidFill>
                    <a:schemeClr val="tx1"/>
                  </a:solidFill>
                  <a:latin typeface="微软雅黑" panose="020B0503020204020204" pitchFamily="34" charset="-122"/>
                  <a:ea typeface="微软雅黑" panose="020B0503020204020204" pitchFamily="34" charset="-122"/>
                </a:rPr>
                <a:t>、</a:t>
              </a:r>
              <a:r>
                <a:rPr lang="en-US" altLang="zh-CN" sz="1600">
                  <a:solidFill>
                    <a:schemeClr val="tx1"/>
                  </a:solidFill>
                  <a:latin typeface="微软雅黑" panose="020B0503020204020204" pitchFamily="34" charset="-122"/>
                  <a:ea typeface="微软雅黑" panose="020B0503020204020204" pitchFamily="34" charset="-122"/>
                </a:rPr>
                <a:t>YOLOv13</a:t>
              </a:r>
              <a:endParaRPr lang="en-US" altLang="zh-CN" sz="1600" dirty="0">
                <a:solidFill>
                  <a:schemeClr val="tx1"/>
                </a:solidFill>
                <a:latin typeface="微软雅黑" panose="020B0503020204020204" pitchFamily="34" charset="-122"/>
                <a:ea typeface="微软雅黑" panose="020B0503020204020204" pitchFamily="34" charset="-122"/>
              </a:endParaRPr>
            </a:p>
          </p:txBody>
        </p:sp>
        <p:sp>
          <p:nvSpPr>
            <p:cNvPr id="79" name="学论网-专注原创-www.xuelun.me"/>
            <p:cNvSpPr/>
            <p:nvPr>
              <p:custDataLst>
                <p:tags r:id="rId14"/>
              </p:custDataLst>
            </p:nvPr>
          </p:nvSpPr>
          <p:spPr>
            <a:xfrm>
              <a:off x="251628" y="2346951"/>
              <a:ext cx="335838" cy="972000"/>
            </a:xfrm>
            <a:prstGeom prst="rect">
              <a:avLst/>
            </a:prstGeom>
            <a:solidFill>
              <a:srgbClr val="004EA2"/>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3200" dirty="0">
                  <a:solidFill>
                    <a:schemeClr val="bg1"/>
                  </a:solidFill>
                  <a:latin typeface="微软雅黑" panose="020B0503020204020204" pitchFamily="34" charset="-122"/>
                  <a:ea typeface="微软雅黑" panose="020B0503020204020204" pitchFamily="34" charset="-122"/>
                </a:rPr>
                <a:t>2</a:t>
              </a:r>
              <a:endParaRPr lang="zh-CN" altLang="en-US" sz="3200" dirty="0">
                <a:solidFill>
                  <a:schemeClr val="bg1"/>
                </a:solidFill>
                <a:latin typeface="微软雅黑" panose="020B0503020204020204" pitchFamily="34" charset="-122"/>
                <a:ea typeface="微软雅黑" panose="020B0503020204020204" pitchFamily="34" charset="-122"/>
              </a:endParaRPr>
            </a:p>
          </p:txBody>
        </p:sp>
      </p:grpSp>
      <p:grpSp>
        <p:nvGrpSpPr>
          <p:cNvPr id="80" name="组合 79"/>
          <p:cNvGrpSpPr/>
          <p:nvPr>
            <p:custDataLst>
              <p:tags r:id="rId4"/>
            </p:custDataLst>
          </p:nvPr>
        </p:nvGrpSpPr>
        <p:grpSpPr>
          <a:xfrm>
            <a:off x="7698359" y="2624903"/>
            <a:ext cx="4318342" cy="1156855"/>
            <a:chOff x="251628" y="2224348"/>
            <a:chExt cx="4318342" cy="1156855"/>
          </a:xfrm>
        </p:grpSpPr>
        <p:sp>
          <p:nvSpPr>
            <p:cNvPr id="81" name="学论网-专注原创-www.xuelun.me"/>
            <p:cNvSpPr/>
            <p:nvPr>
              <p:custDataLst>
                <p:tags r:id="rId11"/>
              </p:custDataLst>
            </p:nvPr>
          </p:nvSpPr>
          <p:spPr>
            <a:xfrm>
              <a:off x="741044" y="2224348"/>
              <a:ext cx="3828926" cy="1156855"/>
            </a:xfrm>
            <a:prstGeom prst="rect">
              <a:avLst/>
            </a:prstGeom>
          </p:spPr>
          <p:txBody>
            <a:bodyPr wrap="square">
              <a:spAutoFit/>
            </a:bodyPr>
            <a:lstStyle/>
            <a:p>
              <a:pPr>
                <a:lnSpc>
                  <a:spcPct val="150000"/>
                </a:lnSpc>
              </a:pPr>
              <a:r>
                <a:rPr lang="zh-CN" altLang="en-US" sz="1600" b="1">
                  <a:solidFill>
                    <a:schemeClr val="tx1"/>
                  </a:solidFill>
                  <a:latin typeface="微软雅黑" panose="020B0503020204020204" pitchFamily="34" charset="-122"/>
                  <a:ea typeface="微软雅黑" panose="020B0503020204020204" pitchFamily="34" charset="-122"/>
                </a:rPr>
                <a:t>决策级融合目标检测算法研究</a:t>
              </a:r>
              <a:endParaRPr lang="en-US" altLang="zh-CN" sz="1600" b="1">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600">
                  <a:solidFill>
                    <a:schemeClr val="tx1"/>
                  </a:solidFill>
                  <a:latin typeface="微软雅黑" panose="020B0503020204020204" pitchFamily="34" charset="-122"/>
                  <a:ea typeface="微软雅黑" panose="020B0503020204020204" pitchFamily="34" charset="-122"/>
                </a:rPr>
                <a:t>选取最优单模态目标检测模型</a:t>
              </a:r>
              <a:endParaRPr lang="en-US" altLang="zh-CN" sz="160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600">
                  <a:solidFill>
                    <a:schemeClr val="tx1"/>
                  </a:solidFill>
                  <a:latin typeface="微软雅黑" panose="020B0503020204020204" pitchFamily="34" charset="-122"/>
                  <a:ea typeface="微软雅黑" panose="020B0503020204020204" pitchFamily="34" charset="-122"/>
                </a:rPr>
                <a:t>改进</a:t>
              </a:r>
              <a:r>
                <a:rPr lang="en-US" altLang="zh-CN" sz="1600">
                  <a:solidFill>
                    <a:schemeClr val="tx1"/>
                  </a:solidFill>
                  <a:latin typeface="微软雅黑" panose="020B0503020204020204" pitchFamily="34" charset="-122"/>
                  <a:ea typeface="微软雅黑" panose="020B0503020204020204" pitchFamily="34" charset="-122"/>
                </a:rPr>
                <a:t>CLOCs</a:t>
              </a:r>
              <a:r>
                <a:rPr lang="zh-CN" altLang="en-US" sz="1600">
                  <a:solidFill>
                    <a:schemeClr val="tx1"/>
                  </a:solidFill>
                  <a:latin typeface="微软雅黑" panose="020B0503020204020204" pitchFamily="34" charset="-122"/>
                  <a:ea typeface="微软雅黑" panose="020B0503020204020204" pitchFamily="34" charset="-122"/>
                </a:rPr>
                <a:t>网络</a:t>
              </a:r>
            </a:p>
          </p:txBody>
        </p:sp>
        <p:sp>
          <p:nvSpPr>
            <p:cNvPr id="82" name="学论网-专注原创-www.xuelun.me"/>
            <p:cNvSpPr/>
            <p:nvPr>
              <p:custDataLst>
                <p:tags r:id="rId12"/>
              </p:custDataLst>
            </p:nvPr>
          </p:nvSpPr>
          <p:spPr>
            <a:xfrm>
              <a:off x="251628" y="2346951"/>
              <a:ext cx="504418" cy="972000"/>
            </a:xfrm>
            <a:prstGeom prst="rect">
              <a:avLst/>
            </a:prstGeom>
            <a:solidFill>
              <a:srgbClr val="004EA2"/>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3200" dirty="0">
                  <a:solidFill>
                    <a:schemeClr val="bg1"/>
                  </a:solidFill>
                  <a:latin typeface="微软雅黑" panose="020B0503020204020204" pitchFamily="34" charset="-122"/>
                  <a:ea typeface="微软雅黑" panose="020B0503020204020204" pitchFamily="34" charset="-122"/>
                </a:rPr>
                <a:t>3</a:t>
              </a:r>
              <a:endParaRPr lang="zh-CN" altLang="en-US" sz="3200" dirty="0">
                <a:solidFill>
                  <a:schemeClr val="bg1"/>
                </a:solidFill>
                <a:latin typeface="微软雅黑" panose="020B0503020204020204" pitchFamily="34" charset="-122"/>
                <a:ea typeface="微软雅黑" panose="020B0503020204020204" pitchFamily="34" charset="-122"/>
              </a:endParaRPr>
            </a:p>
          </p:txBody>
        </p:sp>
      </p:grpSp>
      <p:grpSp>
        <p:nvGrpSpPr>
          <p:cNvPr id="83" name="组合 82"/>
          <p:cNvGrpSpPr/>
          <p:nvPr>
            <p:custDataLst>
              <p:tags r:id="rId5"/>
            </p:custDataLst>
          </p:nvPr>
        </p:nvGrpSpPr>
        <p:grpSpPr>
          <a:xfrm>
            <a:off x="7141693" y="5187337"/>
            <a:ext cx="4333344" cy="1156855"/>
            <a:chOff x="251628" y="2229368"/>
            <a:chExt cx="4333344" cy="1156855"/>
          </a:xfrm>
        </p:grpSpPr>
        <p:sp>
          <p:nvSpPr>
            <p:cNvPr id="84" name="学论网-专注原创-www.xuelun.me"/>
            <p:cNvSpPr/>
            <p:nvPr>
              <p:custDataLst>
                <p:tags r:id="rId9"/>
              </p:custDataLst>
            </p:nvPr>
          </p:nvSpPr>
          <p:spPr>
            <a:xfrm>
              <a:off x="756046" y="2229368"/>
              <a:ext cx="3828926" cy="1156855"/>
            </a:xfrm>
            <a:prstGeom prst="rect">
              <a:avLst/>
            </a:prstGeom>
          </p:spPr>
          <p:txBody>
            <a:bodyPr wrap="square">
              <a:spAutoFit/>
            </a:bodyPr>
            <a:lstStyle/>
            <a:p>
              <a:pPr>
                <a:lnSpc>
                  <a:spcPct val="150000"/>
                </a:lnSpc>
              </a:pPr>
              <a:r>
                <a:rPr lang="zh-CN" altLang="en-US" sz="1600" b="1">
                  <a:solidFill>
                    <a:schemeClr val="tx1"/>
                  </a:solidFill>
                  <a:latin typeface="微软雅黑" panose="020B0503020204020204" pitchFamily="34" charset="-122"/>
                  <a:ea typeface="微软雅黑" panose="020B0503020204020204" pitchFamily="34" charset="-122"/>
                </a:rPr>
                <a:t>特征级融合目标检测算法研究</a:t>
              </a:r>
              <a:endParaRPr lang="en-US" altLang="zh-CN" sz="1600" dirty="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600">
                  <a:solidFill>
                    <a:schemeClr val="tx1"/>
                  </a:solidFill>
                  <a:latin typeface="微软雅黑" panose="020B0503020204020204" pitchFamily="34" charset="-122"/>
                  <a:ea typeface="微软雅黑" panose="020B0503020204020204" pitchFamily="34" charset="-122"/>
                </a:rPr>
                <a:t>选取最优单模态特征提取模型</a:t>
              </a:r>
              <a:endParaRPr lang="en-US" altLang="zh-CN" sz="160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600">
                  <a:solidFill>
                    <a:schemeClr val="tx1"/>
                  </a:solidFill>
                  <a:latin typeface="微软雅黑" panose="020B0503020204020204" pitchFamily="34" charset="-122"/>
                  <a:ea typeface="微软雅黑" panose="020B0503020204020204" pitchFamily="34" charset="-122"/>
                </a:rPr>
                <a:t>改进</a:t>
              </a:r>
              <a:r>
                <a:rPr lang="en-US" altLang="zh-CN" sz="1600">
                  <a:solidFill>
                    <a:schemeClr val="tx1"/>
                  </a:solidFill>
                  <a:latin typeface="微软雅黑" panose="020B0503020204020204" pitchFamily="34" charset="-122"/>
                  <a:ea typeface="微软雅黑" panose="020B0503020204020204" pitchFamily="34" charset="-122"/>
                </a:rPr>
                <a:t>DSTR</a:t>
              </a:r>
              <a:r>
                <a:rPr lang="zh-CN" altLang="en-US" sz="1600">
                  <a:solidFill>
                    <a:schemeClr val="tx1"/>
                  </a:solidFill>
                  <a:latin typeface="微软雅黑" panose="020B0503020204020204" pitchFamily="34" charset="-122"/>
                  <a:ea typeface="微软雅黑" panose="020B0503020204020204" pitchFamily="34" charset="-122"/>
                </a:rPr>
                <a:t>网络</a:t>
              </a:r>
            </a:p>
          </p:txBody>
        </p:sp>
        <p:sp>
          <p:nvSpPr>
            <p:cNvPr id="85" name="学论网-专注原创-www.xuelun.me"/>
            <p:cNvSpPr/>
            <p:nvPr>
              <p:custDataLst>
                <p:tags r:id="rId10"/>
              </p:custDataLst>
            </p:nvPr>
          </p:nvSpPr>
          <p:spPr>
            <a:xfrm>
              <a:off x="251628" y="2346951"/>
              <a:ext cx="504418" cy="972000"/>
            </a:xfrm>
            <a:prstGeom prst="rect">
              <a:avLst/>
            </a:prstGeom>
            <a:solidFill>
              <a:srgbClr val="004EA2"/>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3200" dirty="0">
                  <a:solidFill>
                    <a:schemeClr val="bg1"/>
                  </a:solidFill>
                  <a:latin typeface="微软雅黑" panose="020B0503020204020204" pitchFamily="34" charset="-122"/>
                  <a:ea typeface="微软雅黑" panose="020B0503020204020204" pitchFamily="34" charset="-122"/>
                </a:rPr>
                <a:t>4</a:t>
              </a:r>
              <a:endParaRPr lang="zh-CN" altLang="en-US" sz="3200" dirty="0">
                <a:solidFill>
                  <a:schemeClr val="bg1"/>
                </a:solidFill>
                <a:latin typeface="微软雅黑" panose="020B0503020204020204" pitchFamily="34" charset="-122"/>
                <a:ea typeface="微软雅黑" panose="020B0503020204020204" pitchFamily="34" charset="-122"/>
              </a:endParaRPr>
            </a:p>
          </p:txBody>
        </p:sp>
      </p:grpSp>
      <p:grpSp>
        <p:nvGrpSpPr>
          <p:cNvPr id="68" name="组合 67"/>
          <p:cNvGrpSpPr/>
          <p:nvPr>
            <p:custDataLst>
              <p:tags r:id="rId6"/>
            </p:custDataLst>
          </p:nvPr>
        </p:nvGrpSpPr>
        <p:grpSpPr>
          <a:xfrm>
            <a:off x="1151646" y="5182914"/>
            <a:ext cx="4655810" cy="1156855"/>
            <a:chOff x="251628" y="2250100"/>
            <a:chExt cx="4655810" cy="1156855"/>
          </a:xfrm>
        </p:grpSpPr>
        <p:sp>
          <p:nvSpPr>
            <p:cNvPr id="69" name="学论网-专注原创-www.xuelun.me"/>
            <p:cNvSpPr/>
            <p:nvPr>
              <p:custDataLst>
                <p:tags r:id="rId7"/>
              </p:custDataLst>
            </p:nvPr>
          </p:nvSpPr>
          <p:spPr>
            <a:xfrm>
              <a:off x="741044" y="2250100"/>
              <a:ext cx="4166394" cy="1156855"/>
            </a:xfrm>
            <a:prstGeom prst="rect">
              <a:avLst/>
            </a:prstGeom>
          </p:spPr>
          <p:txBody>
            <a:bodyPr wrap="square">
              <a:spAutoFit/>
            </a:bodyPr>
            <a:lstStyle/>
            <a:p>
              <a:pPr>
                <a:lnSpc>
                  <a:spcPct val="150000"/>
                </a:lnSpc>
              </a:pPr>
              <a:r>
                <a:rPr lang="zh-CN" altLang="en-US" sz="1600" b="1">
                  <a:solidFill>
                    <a:schemeClr val="tx1"/>
                  </a:solidFill>
                  <a:latin typeface="微软雅黑" panose="020B0503020204020204" pitchFamily="34" charset="-122"/>
                  <a:ea typeface="微软雅黑" panose="020B0503020204020204" pitchFamily="34" charset="-122"/>
                </a:rPr>
                <a:t>复杂天气条件下融合算法的对比实验</a:t>
              </a:r>
              <a:endParaRPr lang="en-US" altLang="zh-CN" sz="1600" b="1">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600">
                  <a:solidFill>
                    <a:schemeClr val="tx1"/>
                  </a:solidFill>
                  <a:latin typeface="微软雅黑" panose="020B0503020204020204" pitchFamily="34" charset="-122"/>
                  <a:ea typeface="微软雅黑" panose="020B0503020204020204" pitchFamily="34" charset="-122"/>
                </a:rPr>
                <a:t>基于数据增广生成复杂恶劣天气下数据集</a:t>
              </a:r>
              <a:endParaRPr lang="en-US" altLang="zh-CN" sz="160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600">
                  <a:solidFill>
                    <a:schemeClr val="tx1"/>
                  </a:solidFill>
                  <a:latin typeface="微软雅黑" panose="020B0503020204020204" pitchFamily="34" charset="-122"/>
                  <a:ea typeface="微软雅黑" panose="020B0503020204020204" pitchFamily="34" charset="-122"/>
                </a:rPr>
                <a:t>通过指标定量分析融合策略优势</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70" name="学论网-专注原创-www.xuelun.me"/>
            <p:cNvSpPr/>
            <p:nvPr>
              <p:custDataLst>
                <p:tags r:id="rId8"/>
              </p:custDataLst>
            </p:nvPr>
          </p:nvSpPr>
          <p:spPr>
            <a:xfrm>
              <a:off x="251628" y="2346951"/>
              <a:ext cx="504418" cy="972000"/>
            </a:xfrm>
            <a:prstGeom prst="rect">
              <a:avLst/>
            </a:prstGeom>
            <a:solidFill>
              <a:srgbClr val="004EA2"/>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3200">
                  <a:solidFill>
                    <a:schemeClr val="bg1"/>
                  </a:solidFill>
                  <a:latin typeface="微软雅黑" panose="020B0503020204020204" pitchFamily="34" charset="-122"/>
                  <a:ea typeface="微软雅黑" panose="020B0503020204020204" pitchFamily="34" charset="-122"/>
                </a:rPr>
                <a:t>5</a:t>
              </a:r>
              <a:endParaRPr lang="zh-CN" altLang="en-US" sz="3200" dirty="0">
                <a:solidFill>
                  <a:schemeClr val="bg1"/>
                </a:solidFill>
                <a:latin typeface="微软雅黑" panose="020B0503020204020204" pitchFamily="34" charset="-122"/>
                <a:ea typeface="微软雅黑" panose="020B0503020204020204" pitchFamily="34" charset="-122"/>
              </a:endParaRPr>
            </a:p>
          </p:txBody>
        </p:sp>
      </p:grpSp>
      <p:sp>
        <p:nvSpPr>
          <p:cNvPr id="20" name="TextBox 6"/>
          <p:cNvSpPr txBox="1"/>
          <p:nvPr/>
        </p:nvSpPr>
        <p:spPr>
          <a:xfrm>
            <a:off x="360680" y="167640"/>
            <a:ext cx="9107805" cy="587375"/>
          </a:xfrm>
          <a:prstGeom prst="rect">
            <a:avLst/>
          </a:prstGeom>
          <a:noFill/>
        </p:spPr>
        <p:txBody>
          <a:bodyPr wrap="square" lIns="0" tIns="48000" rIns="0" bIns="48000" rtlCol="0">
            <a:spAutoFit/>
          </a:bodyPr>
          <a:lstStyle/>
          <a:p>
            <a:r>
              <a:rPr lang="en-US" altLang="zh-CN" sz="3200" b="1">
                <a:solidFill>
                  <a:srgbClr val="004EA2"/>
                </a:solidFill>
                <a:latin typeface="微软雅黑" panose="020B0503020204020204" pitchFamily="34" charset="-122"/>
                <a:ea typeface="微软雅黑" panose="020B0503020204020204" pitchFamily="34" charset="-122"/>
                <a:sym typeface="+mn-ea"/>
              </a:rPr>
              <a:t>2.</a:t>
            </a:r>
            <a:r>
              <a:rPr lang="en-US" sz="3200" b="1">
                <a:solidFill>
                  <a:srgbClr val="004EA2"/>
                </a:solidFill>
                <a:latin typeface="微软雅黑" panose="020B0503020204020204" pitchFamily="34" charset="-122"/>
                <a:ea typeface="微软雅黑" panose="020B0503020204020204" pitchFamily="34" charset="-122"/>
                <a:sym typeface="+mn-ea"/>
              </a:rPr>
              <a:t>1 </a:t>
            </a:r>
            <a:r>
              <a:rPr lang="zh-CN" altLang="en-US" sz="3200" b="1">
                <a:solidFill>
                  <a:srgbClr val="004EA2"/>
                </a:solidFill>
                <a:latin typeface="微软雅黑" panose="020B0503020204020204" pitchFamily="34" charset="-122"/>
                <a:ea typeface="微软雅黑" panose="020B0503020204020204" pitchFamily="34" charset="-122"/>
                <a:sym typeface="+mn-ea"/>
              </a:rPr>
              <a:t>研究内容</a:t>
            </a:r>
            <a:endParaRPr lang="zh-CN" altLang="en-US" sz="3200" b="1" dirty="0">
              <a:solidFill>
                <a:srgbClr val="004EA2"/>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格 5"/>
          <p:cNvGraphicFramePr>
            <a:graphicFrameLocks noGrp="1"/>
          </p:cNvGraphicFramePr>
          <p:nvPr>
            <p:extLst>
              <p:ext uri="{D42A27DB-BD31-4B8C-83A1-F6EECF244321}">
                <p14:modId xmlns:p14="http://schemas.microsoft.com/office/powerpoint/2010/main" val="1548650864"/>
              </p:ext>
            </p:extLst>
          </p:nvPr>
        </p:nvGraphicFramePr>
        <p:xfrm>
          <a:off x="2104390" y="1024682"/>
          <a:ext cx="8128000" cy="1112520"/>
        </p:xfrm>
        <a:graphic>
          <a:graphicData uri="http://schemas.openxmlformats.org/drawingml/2006/table">
            <a:tbl>
              <a:tblPr firstRow="1" bandRow="1">
                <a:effectLst>
                  <a:outerShdw blurRad="50800" dist="38100" dir="5400000" algn="t" rotWithShape="0">
                    <a:prstClr val="black">
                      <a:alpha val="40000"/>
                    </a:prstClr>
                  </a:outerShdw>
                </a:effectLst>
                <a:tableStyleId>{5C22544A-7EE6-4342-B048-85BDC9FD1C3A}</a:tableStyleId>
              </a:tblPr>
              <a:tblGrid>
                <a:gridCol w="1473200">
                  <a:extLst>
                    <a:ext uri="{9D8B030D-6E8A-4147-A177-3AD203B41FA5}">
                      <a16:colId xmlns:a16="http://schemas.microsoft.com/office/drawing/2014/main" val="20000"/>
                    </a:ext>
                  </a:extLst>
                </a:gridCol>
                <a:gridCol w="3327400">
                  <a:extLst>
                    <a:ext uri="{9D8B030D-6E8A-4147-A177-3AD203B41FA5}">
                      <a16:colId xmlns:a16="http://schemas.microsoft.com/office/drawing/2014/main" val="20001"/>
                    </a:ext>
                  </a:extLst>
                </a:gridCol>
                <a:gridCol w="3327400">
                  <a:extLst>
                    <a:ext uri="{9D8B030D-6E8A-4147-A177-3AD203B41FA5}">
                      <a16:colId xmlns:a16="http://schemas.microsoft.com/office/drawing/2014/main" val="20002"/>
                    </a:ext>
                  </a:extLst>
                </a:gridCol>
              </a:tblGrid>
              <a:tr h="370840">
                <a:tc>
                  <a:txBody>
                    <a:bodyPr/>
                    <a:lstStyle/>
                    <a:p>
                      <a:pPr algn="ctr"/>
                      <a:r>
                        <a:rPr lang="zh-CN" altLang="en-US"/>
                        <a:t>数据来源</a:t>
                      </a:r>
                    </a:p>
                  </a:txBody>
                  <a:tcPr>
                    <a:solidFill>
                      <a:srgbClr val="0070C0"/>
                    </a:solidFill>
                  </a:tcPr>
                </a:tc>
                <a:tc>
                  <a:txBody>
                    <a:bodyPr/>
                    <a:lstStyle/>
                    <a:p>
                      <a:pPr algn="ctr"/>
                      <a:r>
                        <a:rPr lang="zh-CN" altLang="en-US"/>
                        <a:t>实船采集</a:t>
                      </a:r>
                    </a:p>
                  </a:txBody>
                  <a:tcPr>
                    <a:solidFill>
                      <a:srgbClr val="0070C0"/>
                    </a:solidFill>
                  </a:tcPr>
                </a:tc>
                <a:tc>
                  <a:txBody>
                    <a:bodyPr/>
                    <a:lstStyle/>
                    <a:p>
                      <a:pPr algn="ctr"/>
                      <a:r>
                        <a:rPr lang="zh-CN" altLang="en-US"/>
                        <a:t>数据增广</a:t>
                      </a:r>
                    </a:p>
                  </a:txBody>
                  <a:tcPr>
                    <a:solidFill>
                      <a:srgbClr val="0070C0"/>
                    </a:solidFill>
                  </a:tcPr>
                </a:tc>
                <a:extLst>
                  <a:ext uri="{0D108BD9-81ED-4DB2-BD59-A6C34878D82A}">
                    <a16:rowId xmlns:a16="http://schemas.microsoft.com/office/drawing/2014/main" val="10000"/>
                  </a:ext>
                </a:extLst>
              </a:tr>
              <a:tr h="370840">
                <a:tc>
                  <a:txBody>
                    <a:bodyPr/>
                    <a:lstStyle/>
                    <a:p>
                      <a:pPr algn="ctr"/>
                      <a:r>
                        <a:rPr lang="zh-CN" altLang="en-US"/>
                        <a:t>数量</a:t>
                      </a:r>
                    </a:p>
                  </a:txBody>
                  <a:tcPr/>
                </a:tc>
                <a:tc>
                  <a:txBody>
                    <a:bodyPr/>
                    <a:lstStyle/>
                    <a:p>
                      <a:pPr algn="ctr"/>
                      <a:r>
                        <a:rPr lang="en-US" altLang="zh-CN" sz="1800" kern="1200">
                          <a:solidFill>
                            <a:schemeClr val="dk1"/>
                          </a:solidFill>
                          <a:effectLst/>
                          <a:latin typeface="+mn-lt"/>
                          <a:ea typeface="+mn-ea"/>
                          <a:cs typeface="+mn-cs"/>
                        </a:rPr>
                        <a:t>12280</a:t>
                      </a:r>
                      <a:r>
                        <a:rPr lang="zh-CN" altLang="en-US" sz="1800" kern="1200">
                          <a:solidFill>
                            <a:schemeClr val="dk1"/>
                          </a:solidFill>
                          <a:effectLst/>
                          <a:latin typeface="+mn-lt"/>
                          <a:ea typeface="+mn-ea"/>
                          <a:cs typeface="+mn-cs"/>
                        </a:rPr>
                        <a:t>组</a:t>
                      </a:r>
                      <a:endParaRPr lang="zh-CN" altLang="en-US"/>
                    </a:p>
                  </a:txBody>
                  <a:tcPr/>
                </a:tc>
                <a:tc>
                  <a:txBody>
                    <a:bodyPr/>
                    <a:lstStyle/>
                    <a:p>
                      <a:pPr algn="ctr"/>
                      <a:r>
                        <a:rPr lang="en-US" altLang="zh-CN" sz="1800" kern="1200">
                          <a:solidFill>
                            <a:schemeClr val="dk1"/>
                          </a:solidFill>
                          <a:effectLst/>
                          <a:latin typeface="+mn-lt"/>
                          <a:ea typeface="+mn-ea"/>
                          <a:cs typeface="+mn-cs"/>
                        </a:rPr>
                        <a:t>8000</a:t>
                      </a:r>
                      <a:r>
                        <a:rPr lang="zh-CN" altLang="en-US" sz="1800" kern="1200">
                          <a:solidFill>
                            <a:schemeClr val="dk1"/>
                          </a:solidFill>
                          <a:effectLst/>
                          <a:latin typeface="+mn-lt"/>
                          <a:ea typeface="+mn-ea"/>
                          <a:cs typeface="+mn-cs"/>
                        </a:rPr>
                        <a:t>组</a:t>
                      </a:r>
                      <a:endParaRPr lang="zh-CN" altLang="en-US"/>
                    </a:p>
                  </a:txBody>
                  <a:tcPr/>
                </a:tc>
                <a:extLst>
                  <a:ext uri="{0D108BD9-81ED-4DB2-BD59-A6C34878D82A}">
                    <a16:rowId xmlns:a16="http://schemas.microsoft.com/office/drawing/2014/main" val="10001"/>
                  </a:ext>
                </a:extLst>
              </a:tr>
              <a:tr h="370840">
                <a:tc>
                  <a:txBody>
                    <a:bodyPr/>
                    <a:lstStyle/>
                    <a:p>
                      <a:pPr algn="ctr"/>
                      <a:r>
                        <a:rPr lang="zh-CN" altLang="en-US"/>
                        <a:t>船只类型</a:t>
                      </a:r>
                    </a:p>
                  </a:txBody>
                  <a:tcPr/>
                </a:tc>
                <a:tc gridSpan="2">
                  <a:txBody>
                    <a:bodyPr/>
                    <a:lstStyle/>
                    <a:p>
                      <a:pPr algn="ctr"/>
                      <a:r>
                        <a:rPr lang="zh-CN" altLang="zh-CN" sz="1800" kern="1200">
                          <a:solidFill>
                            <a:schemeClr val="dk1"/>
                          </a:solidFill>
                          <a:effectLst/>
                          <a:latin typeface="+mn-lt"/>
                          <a:ea typeface="+mn-ea"/>
                          <a:cs typeface="+mn-cs"/>
                        </a:rPr>
                        <a:t>游艇、散货船、渔船、货船、帆船、油船和其他船舶</a:t>
                      </a:r>
                      <a:endParaRPr lang="zh-CN" altLang="en-US"/>
                    </a:p>
                  </a:txBody>
                  <a:tcPr/>
                </a:tc>
                <a:tc hMerge="1">
                  <a:txBody>
                    <a:bodyPr/>
                    <a:lstStyle/>
                    <a:p>
                      <a:endParaRPr lang="zh-CN"/>
                    </a:p>
                  </a:txBody>
                  <a:tcPr/>
                </a:tc>
                <a:extLst>
                  <a:ext uri="{0D108BD9-81ED-4DB2-BD59-A6C34878D82A}">
                    <a16:rowId xmlns:a16="http://schemas.microsoft.com/office/drawing/2014/main" val="10002"/>
                  </a:ext>
                </a:extLst>
              </a:tr>
            </a:tbl>
          </a:graphicData>
        </a:graphic>
      </p:graphicFrame>
      <p:pic>
        <p:nvPicPr>
          <p:cNvPr id="1052" name="图片 3"/>
          <p:cNvPicPr>
            <a:picLocks noChangeArrowheads="1"/>
          </p:cNvPicPr>
          <p:nvPr/>
        </p:nvPicPr>
        <p:blipFill>
          <a:blip r:embed="rId3">
            <a:extLst>
              <a:ext uri="{28A0092B-C50C-407E-A947-70E740481C1C}">
                <a14:useLocalDpi xmlns:a14="http://schemas.microsoft.com/office/drawing/2010/main" val="0"/>
              </a:ext>
            </a:extLst>
          </a:blip>
          <a:srcRect l="1013"/>
          <a:stretch>
            <a:fillRect/>
          </a:stretch>
        </p:blipFill>
        <p:spPr bwMode="auto">
          <a:xfrm>
            <a:off x="4613910" y="4237355"/>
            <a:ext cx="3096000" cy="1872000"/>
          </a:xfrm>
          <a:prstGeom prst="rect">
            <a:avLst/>
          </a:prstGeom>
          <a:noFill/>
          <a:effectLst>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51" name="图片 8"/>
          <p:cNvPicPr>
            <a:picLocks noChangeArrowheads="1"/>
          </p:cNvPicPr>
          <p:nvPr/>
        </p:nvPicPr>
        <p:blipFill>
          <a:blip r:embed="rId4">
            <a:extLst>
              <a:ext uri="{28A0092B-C50C-407E-A947-70E740481C1C}">
                <a14:useLocalDpi xmlns:a14="http://schemas.microsoft.com/office/drawing/2010/main" val="0"/>
              </a:ext>
            </a:extLst>
          </a:blip>
          <a:srcRect l="2418"/>
          <a:stretch>
            <a:fillRect/>
          </a:stretch>
        </p:blipFill>
        <p:spPr bwMode="auto">
          <a:xfrm>
            <a:off x="7720965" y="4237355"/>
            <a:ext cx="3096000" cy="1872000"/>
          </a:xfrm>
          <a:prstGeom prst="rect">
            <a:avLst/>
          </a:prstGeom>
          <a:noFill/>
          <a:effectLst>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50" name="图片 6"/>
          <p:cNvPicPr>
            <a:picLocks noChangeArrowheads="1"/>
          </p:cNvPicPr>
          <p:nvPr/>
        </p:nvPicPr>
        <p:blipFill>
          <a:blip r:embed="rId5">
            <a:extLst>
              <a:ext uri="{28A0092B-C50C-407E-A947-70E740481C1C}">
                <a14:useLocalDpi xmlns:a14="http://schemas.microsoft.com/office/drawing/2010/main" val="0"/>
              </a:ext>
            </a:extLst>
          </a:blip>
          <a:srcRect l="4951" r="2789"/>
          <a:stretch>
            <a:fillRect/>
          </a:stretch>
        </p:blipFill>
        <p:spPr bwMode="auto">
          <a:xfrm>
            <a:off x="1511935" y="2352040"/>
            <a:ext cx="3096000" cy="1872000"/>
          </a:xfrm>
          <a:prstGeom prst="rect">
            <a:avLst/>
          </a:prstGeom>
          <a:noFill/>
          <a:effectLst>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49" name="图片 4"/>
          <p:cNvPicPr>
            <a:picLocks noChangeArrowheads="1"/>
          </p:cNvPicPr>
          <p:nvPr/>
        </p:nvPicPr>
        <p:blipFill>
          <a:blip r:embed="rId6">
            <a:extLst>
              <a:ext uri="{28A0092B-C50C-407E-A947-70E740481C1C}">
                <a14:useLocalDpi xmlns:a14="http://schemas.microsoft.com/office/drawing/2010/main" val="0"/>
              </a:ext>
            </a:extLst>
          </a:blip>
          <a:srcRect l="2149"/>
          <a:stretch>
            <a:fillRect/>
          </a:stretch>
        </p:blipFill>
        <p:spPr bwMode="auto">
          <a:xfrm>
            <a:off x="4615815" y="2355850"/>
            <a:ext cx="3096000" cy="1872000"/>
          </a:xfrm>
          <a:prstGeom prst="rect">
            <a:avLst/>
          </a:prstGeom>
          <a:noFill/>
          <a:effectLst>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48" name="图片 7"/>
          <p:cNvPicPr>
            <a:picLocks noChangeArrowheads="1"/>
          </p:cNvPicPr>
          <p:nvPr/>
        </p:nvPicPr>
        <p:blipFill>
          <a:blip r:embed="rId7">
            <a:extLst>
              <a:ext uri="{28A0092B-C50C-407E-A947-70E740481C1C}">
                <a14:useLocalDpi xmlns:a14="http://schemas.microsoft.com/office/drawing/2010/main" val="0"/>
              </a:ext>
            </a:extLst>
          </a:blip>
          <a:srcRect l="2418"/>
          <a:stretch>
            <a:fillRect/>
          </a:stretch>
        </p:blipFill>
        <p:spPr bwMode="auto">
          <a:xfrm>
            <a:off x="7710805" y="2365375"/>
            <a:ext cx="3096000" cy="1872000"/>
          </a:xfrm>
          <a:prstGeom prst="rect">
            <a:avLst/>
          </a:prstGeom>
          <a:noFill/>
          <a:effectLst>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47" name="图片 5"/>
          <p:cNvPicPr>
            <a:picLocks noChangeArrowheads="1"/>
          </p:cNvPicPr>
          <p:nvPr/>
        </p:nvPicPr>
        <p:blipFill>
          <a:blip r:embed="rId8">
            <a:extLst>
              <a:ext uri="{28A0092B-C50C-407E-A947-70E740481C1C}">
                <a14:useLocalDpi xmlns:a14="http://schemas.microsoft.com/office/drawing/2010/main" val="0"/>
              </a:ext>
            </a:extLst>
          </a:blip>
          <a:srcRect l="1405"/>
          <a:stretch>
            <a:fillRect/>
          </a:stretch>
        </p:blipFill>
        <p:spPr bwMode="auto">
          <a:xfrm>
            <a:off x="1510665" y="4241800"/>
            <a:ext cx="3096000" cy="1872000"/>
          </a:xfrm>
          <a:prstGeom prst="rect">
            <a:avLst/>
          </a:prstGeom>
          <a:noFill/>
          <a:effectLst>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5" name="文本框 14"/>
          <p:cNvSpPr txBox="1"/>
          <p:nvPr/>
        </p:nvSpPr>
        <p:spPr>
          <a:xfrm>
            <a:off x="5120640" y="6168390"/>
            <a:ext cx="2244725" cy="368300"/>
          </a:xfrm>
          <a:prstGeom prst="rect">
            <a:avLst/>
          </a:prstGeom>
          <a:noFill/>
        </p:spPr>
        <p:txBody>
          <a:bodyPr wrap="square">
            <a:spAutoFit/>
          </a:bodyPr>
          <a:lstStyle/>
          <a:p>
            <a:r>
              <a:rPr lang="zh-CN" altLang="zh-CN" b="1">
                <a:latin typeface="微软雅黑" panose="020B0503020204020204" pitchFamily="34" charset="-122"/>
                <a:ea typeface="微软雅黑" panose="020B0503020204020204" pitchFamily="34" charset="-122"/>
              </a:rPr>
              <a:t>不同场景仿真效果</a:t>
            </a:r>
          </a:p>
        </p:txBody>
      </p:sp>
      <p:sp>
        <p:nvSpPr>
          <p:cNvPr id="2" name="TextBox 6"/>
          <p:cNvSpPr txBox="1"/>
          <p:nvPr/>
        </p:nvSpPr>
        <p:spPr>
          <a:xfrm>
            <a:off x="360680" y="167640"/>
            <a:ext cx="9107805" cy="587375"/>
          </a:xfrm>
          <a:prstGeom prst="rect">
            <a:avLst/>
          </a:prstGeom>
          <a:noFill/>
        </p:spPr>
        <p:txBody>
          <a:bodyPr wrap="square" lIns="0" tIns="48000" rIns="0" bIns="48000" rtlCol="0">
            <a:spAutoFit/>
          </a:bodyPr>
          <a:lstStyle/>
          <a:p>
            <a:r>
              <a:rPr lang="en-US" altLang="zh-CN" sz="3200" b="1">
                <a:solidFill>
                  <a:srgbClr val="004EA2"/>
                </a:solidFill>
                <a:latin typeface="微软雅黑" panose="020B0503020204020204" pitchFamily="34" charset="-122"/>
                <a:ea typeface="微软雅黑" panose="020B0503020204020204" pitchFamily="34" charset="-122"/>
                <a:sym typeface="+mn-ea"/>
              </a:rPr>
              <a:t>2.2</a:t>
            </a:r>
            <a:r>
              <a:rPr lang="zh-CN" altLang="en-US" sz="3200" b="1">
                <a:solidFill>
                  <a:srgbClr val="004EA2"/>
                </a:solidFill>
                <a:latin typeface="微软雅黑" panose="020B0503020204020204" pitchFamily="34" charset="-122"/>
                <a:ea typeface="微软雅黑" panose="020B0503020204020204" pitchFamily="34" charset="-122"/>
                <a:sym typeface="+mn-ea"/>
              </a:rPr>
              <a:t>点云</a:t>
            </a:r>
            <a:r>
              <a:rPr lang="en-US" altLang="zh-CN" sz="3200" b="1">
                <a:solidFill>
                  <a:srgbClr val="004EA2"/>
                </a:solidFill>
                <a:latin typeface="微软雅黑" panose="020B0503020204020204" pitchFamily="34" charset="-122"/>
                <a:ea typeface="微软雅黑" panose="020B0503020204020204" pitchFamily="34" charset="-122"/>
                <a:sym typeface="+mn-ea"/>
              </a:rPr>
              <a:t>-</a:t>
            </a:r>
            <a:r>
              <a:rPr lang="zh-CN" altLang="en-US" sz="3200" b="1">
                <a:solidFill>
                  <a:srgbClr val="004EA2"/>
                </a:solidFill>
                <a:latin typeface="微软雅黑" panose="020B0503020204020204" pitchFamily="34" charset="-122"/>
                <a:ea typeface="微软雅黑" panose="020B0503020204020204" pitchFamily="34" charset="-122"/>
                <a:sym typeface="+mn-ea"/>
              </a:rPr>
              <a:t>可见光联合的船舶检测数据集构建方案</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a:graphicFrameLocks noGrp="1"/>
          </p:cNvGraphicFramePr>
          <p:nvPr>
            <p:extLst>
              <p:ext uri="{D42A27DB-BD31-4B8C-83A1-F6EECF244321}">
                <p14:modId xmlns:p14="http://schemas.microsoft.com/office/powerpoint/2010/main" val="2058502922"/>
              </p:ext>
            </p:extLst>
          </p:nvPr>
        </p:nvGraphicFramePr>
        <p:xfrm>
          <a:off x="1744978" y="1044448"/>
          <a:ext cx="8537575" cy="5667375"/>
        </p:xfrm>
        <a:graphic>
          <a:graphicData uri="http://schemas.openxmlformats.org/drawingml/2006/table">
            <a:tbl>
              <a:tblPr firstRow="1" firstCol="1" bandRow="1">
                <a:effectLst>
                  <a:outerShdw blurRad="50800" dist="38100" dir="5400000" algn="t" rotWithShape="0">
                    <a:prstClr val="black">
                      <a:alpha val="40000"/>
                    </a:prstClr>
                  </a:outerShdw>
                </a:effectLst>
                <a:tableStyleId>{5C22544A-7EE6-4342-B048-85BDC9FD1C3A}</a:tableStyleId>
              </a:tblPr>
              <a:tblGrid>
                <a:gridCol w="1421765">
                  <a:extLst>
                    <a:ext uri="{9D8B030D-6E8A-4147-A177-3AD203B41FA5}">
                      <a16:colId xmlns:a16="http://schemas.microsoft.com/office/drawing/2014/main" val="20000"/>
                    </a:ext>
                  </a:extLst>
                </a:gridCol>
                <a:gridCol w="3553460">
                  <a:extLst>
                    <a:ext uri="{9D8B030D-6E8A-4147-A177-3AD203B41FA5}">
                      <a16:colId xmlns:a16="http://schemas.microsoft.com/office/drawing/2014/main" val="20001"/>
                    </a:ext>
                  </a:extLst>
                </a:gridCol>
                <a:gridCol w="3562350">
                  <a:extLst>
                    <a:ext uri="{9D8B030D-6E8A-4147-A177-3AD203B41FA5}">
                      <a16:colId xmlns:a16="http://schemas.microsoft.com/office/drawing/2014/main" val="20002"/>
                    </a:ext>
                  </a:extLst>
                </a:gridCol>
              </a:tblGrid>
              <a:tr h="756920">
                <a:tc>
                  <a:txBody>
                    <a:bodyPr/>
                    <a:lstStyle/>
                    <a:p>
                      <a:pPr marL="0" indent="0" algn="ctr">
                        <a:lnSpc>
                          <a:spcPct val="100000"/>
                        </a:lnSpc>
                        <a:buNone/>
                      </a:pPr>
                      <a:r>
                        <a:rPr lang="zh-CN" sz="1800" kern="100">
                          <a:effectLst/>
                          <a:latin typeface="微软雅黑" panose="020B0503020204020204" pitchFamily="34" charset="-122"/>
                          <a:ea typeface="微软雅黑" panose="020B0503020204020204" pitchFamily="34" charset="-122"/>
                        </a:rPr>
                        <a:t>船只类型</a:t>
                      </a:r>
                    </a:p>
                  </a:txBody>
                  <a:tcPr marL="68580" marR="68580" marT="0" marB="0" anchor="ctr">
                    <a:solidFill>
                      <a:srgbClr val="0070C0"/>
                    </a:solidFill>
                  </a:tcPr>
                </a:tc>
                <a:tc>
                  <a:txBody>
                    <a:bodyPr/>
                    <a:lstStyle/>
                    <a:p>
                      <a:pPr marL="0" algn="ctr" defTabSz="914400" rtl="0" eaLnBrk="1" latinLnBrk="0" hangingPunct="1">
                        <a:lnSpc>
                          <a:spcPct val="100000"/>
                        </a:lnSpc>
                        <a:buClrTx/>
                        <a:buSzTx/>
                        <a:buFontTx/>
                        <a:buNone/>
                      </a:pPr>
                      <a:r>
                        <a:rPr lang="zh-CN" altLang="en-US" sz="1800" b="1" kern="100">
                          <a:solidFill>
                            <a:schemeClr val="lt1"/>
                          </a:solidFill>
                          <a:effectLst/>
                          <a:latin typeface="微软雅黑" panose="020B0503020204020204" pitchFamily="34" charset="-122"/>
                          <a:ea typeface="微软雅黑" panose="020B0503020204020204" pitchFamily="34" charset="-122"/>
                          <a:cs typeface="+mn-cs"/>
                        </a:rPr>
                        <a:t>可见光</a:t>
                      </a:r>
                      <a:endParaRPr lang="zh-CN" sz="1800" b="1" kern="100">
                        <a:solidFill>
                          <a:schemeClr val="lt1"/>
                        </a:solidFill>
                        <a:effectLst/>
                        <a:latin typeface="微软雅黑" panose="020B0503020204020204" pitchFamily="34" charset="-122"/>
                        <a:ea typeface="微软雅黑" panose="020B0503020204020204" pitchFamily="34" charset="-122"/>
                        <a:cs typeface="+mn-cs"/>
                      </a:endParaRPr>
                    </a:p>
                  </a:txBody>
                  <a:tcPr marL="68580" marR="68580" marT="0" marB="0" anchor="ctr">
                    <a:solidFill>
                      <a:srgbClr val="0070C0"/>
                    </a:solidFill>
                  </a:tcPr>
                </a:tc>
                <a:tc>
                  <a:txBody>
                    <a:bodyPr/>
                    <a:lstStyle/>
                    <a:p>
                      <a:pPr marL="0" algn="ctr" defTabSz="914400" rtl="0" eaLnBrk="1" latinLnBrk="0" hangingPunct="1">
                        <a:lnSpc>
                          <a:spcPct val="100000"/>
                        </a:lnSpc>
                        <a:buClrTx/>
                        <a:buSzTx/>
                        <a:buFontTx/>
                        <a:buNone/>
                      </a:pPr>
                      <a:r>
                        <a:rPr lang="zh-CN" altLang="en-US" sz="1800" b="1" kern="100">
                          <a:solidFill>
                            <a:schemeClr val="lt1"/>
                          </a:solidFill>
                          <a:effectLst/>
                          <a:latin typeface="微软雅黑" panose="020B0503020204020204" pitchFamily="34" charset="-122"/>
                          <a:ea typeface="微软雅黑" panose="020B0503020204020204" pitchFamily="34" charset="-122"/>
                          <a:cs typeface="+mn-cs"/>
                        </a:rPr>
                        <a:t>点云</a:t>
                      </a:r>
                      <a:endParaRPr lang="zh-CN" sz="1800" b="1" kern="100">
                        <a:solidFill>
                          <a:schemeClr val="lt1"/>
                        </a:solidFill>
                        <a:effectLst/>
                        <a:latin typeface="微软雅黑" panose="020B0503020204020204" pitchFamily="34" charset="-122"/>
                        <a:ea typeface="微软雅黑" panose="020B0503020204020204" pitchFamily="34" charset="-122"/>
                        <a:cs typeface="+mn-cs"/>
                      </a:endParaRPr>
                    </a:p>
                  </a:txBody>
                  <a:tcPr marL="68580" marR="68580" marT="0" marB="0" anchor="ctr">
                    <a:solidFill>
                      <a:srgbClr val="0070C0"/>
                    </a:solidFill>
                  </a:tcPr>
                </a:tc>
                <a:extLst>
                  <a:ext uri="{0D108BD9-81ED-4DB2-BD59-A6C34878D82A}">
                    <a16:rowId xmlns:a16="http://schemas.microsoft.com/office/drawing/2014/main" val="10000"/>
                  </a:ext>
                </a:extLst>
              </a:tr>
              <a:tr h="1220470">
                <a:tc>
                  <a:txBody>
                    <a:bodyPr/>
                    <a:lstStyle/>
                    <a:p>
                      <a:pPr marL="0" indent="0" algn="ctr">
                        <a:lnSpc>
                          <a:spcPct val="150000"/>
                        </a:lnSpc>
                        <a:buNone/>
                      </a:pPr>
                      <a:r>
                        <a:rPr lang="zh-CN" sz="1400" kern="100">
                          <a:effectLst/>
                          <a:latin typeface="微软雅黑" panose="020B0503020204020204" pitchFamily="34" charset="-122"/>
                          <a:ea typeface="微软雅黑" panose="020B0503020204020204" pitchFamily="34" charset="-122"/>
                          <a:cs typeface="Times New Roman" panose="02020603050405020304" pitchFamily="18" charset="0"/>
                        </a:rPr>
                        <a:t>游艇</a:t>
                      </a:r>
                      <a:r>
                        <a:rPr lang="zh-CN" sz="1400" kern="100">
                          <a:effectLst/>
                          <a:latin typeface="Times New Roman" panose="02020603050405020304" pitchFamily="18" charset="0"/>
                          <a:cs typeface="Times New Roman" panose="02020603050405020304" pitchFamily="18" charset="0"/>
                        </a:rPr>
                        <a:t>（</a:t>
                      </a:r>
                      <a:r>
                        <a:rPr lang="en-US" sz="1400" kern="100">
                          <a:effectLst/>
                          <a:latin typeface="Times New Roman" panose="02020603050405020304" pitchFamily="18" charset="0"/>
                          <a:cs typeface="Times New Roman" panose="02020603050405020304" pitchFamily="18" charset="0"/>
                        </a:rPr>
                        <a:t>PleasureCraft</a:t>
                      </a:r>
                      <a:r>
                        <a:rPr lang="zh-CN" sz="1400" kern="100">
                          <a:effectLst/>
                          <a:latin typeface="Times New Roman" panose="02020603050405020304" pitchFamily="18" charset="0"/>
                          <a:cs typeface="Times New Roman" panose="02020603050405020304" pitchFamily="18" charset="0"/>
                        </a:rPr>
                        <a:t>）</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solidFill>
                      <a:srgbClr val="0070C0"/>
                    </a:solidFill>
                  </a:tcPr>
                </a:tc>
                <a:tc>
                  <a:txBody>
                    <a:bodyPr/>
                    <a:lstStyle/>
                    <a:p>
                      <a:pPr indent="0" algn="ctr">
                        <a:buNone/>
                      </a:pPr>
                      <a:endParaRPr lang="zh-CN" sz="1100" kern="100">
                        <a:effectLst/>
                        <a:latin typeface="等线" panose="02010600030101010101" charset="-122"/>
                        <a:ea typeface="等线" panose="02010600030101010101" charset="-122"/>
                      </a:endParaRPr>
                    </a:p>
                  </a:txBody>
                  <a:tcPr marL="68580" marR="68580" marT="0" marB="0" anchor="ctr"/>
                </a:tc>
                <a:tc>
                  <a:txBody>
                    <a:bodyPr/>
                    <a:lstStyle/>
                    <a:p>
                      <a:pPr indent="0" algn="ctr">
                        <a:buNone/>
                      </a:pPr>
                      <a:endParaRPr lang="zh-CN" sz="1100" kern="100">
                        <a:effectLst/>
                        <a:latin typeface="等线" panose="02010600030101010101" charset="-122"/>
                        <a:ea typeface="等线" panose="02010600030101010101" charset="-122"/>
                      </a:endParaRPr>
                    </a:p>
                  </a:txBody>
                  <a:tcPr marL="68580" marR="68580" marT="0" marB="0" anchor="ctr"/>
                </a:tc>
                <a:extLst>
                  <a:ext uri="{0D108BD9-81ED-4DB2-BD59-A6C34878D82A}">
                    <a16:rowId xmlns:a16="http://schemas.microsoft.com/office/drawing/2014/main" val="10001"/>
                  </a:ext>
                </a:extLst>
              </a:tr>
              <a:tr h="1229995">
                <a:tc>
                  <a:txBody>
                    <a:bodyPr/>
                    <a:lstStyle/>
                    <a:p>
                      <a:pPr marL="0" indent="0" algn="ctr">
                        <a:lnSpc>
                          <a:spcPct val="150000"/>
                        </a:lnSpc>
                        <a:buNone/>
                      </a:pPr>
                      <a:r>
                        <a:rPr lang="zh-CN" sz="1400" kern="100">
                          <a:effectLst/>
                          <a:latin typeface="微软雅黑" panose="020B0503020204020204" pitchFamily="34" charset="-122"/>
                          <a:ea typeface="微软雅黑" panose="020B0503020204020204" pitchFamily="34" charset="-122"/>
                          <a:cs typeface="Times New Roman" panose="02020603050405020304" pitchFamily="18" charset="0"/>
                        </a:rPr>
                        <a:t>散货船</a:t>
                      </a:r>
                      <a:r>
                        <a:rPr lang="zh-CN" sz="1400" kern="100">
                          <a:effectLst/>
                          <a:latin typeface="Times New Roman" panose="02020603050405020304" pitchFamily="18" charset="0"/>
                          <a:cs typeface="Times New Roman" panose="02020603050405020304" pitchFamily="18" charset="0"/>
                        </a:rPr>
                        <a:t>（</a:t>
                      </a:r>
                      <a:r>
                        <a:rPr lang="en-US" sz="1400" kern="100">
                          <a:effectLst/>
                          <a:latin typeface="Times New Roman" panose="02020603050405020304" pitchFamily="18" charset="0"/>
                          <a:cs typeface="Times New Roman" panose="02020603050405020304" pitchFamily="18" charset="0"/>
                        </a:rPr>
                        <a:t>BulkCarrier</a:t>
                      </a:r>
                      <a:r>
                        <a:rPr lang="zh-CN" sz="1400" kern="100">
                          <a:effectLst/>
                          <a:latin typeface="Times New Roman" panose="02020603050405020304" pitchFamily="18" charset="0"/>
                          <a:cs typeface="Times New Roman" panose="02020603050405020304" pitchFamily="18" charset="0"/>
                        </a:rPr>
                        <a:t>）</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solidFill>
                      <a:srgbClr val="0070C0"/>
                    </a:solidFill>
                  </a:tcPr>
                </a:tc>
                <a:tc>
                  <a:txBody>
                    <a:bodyPr/>
                    <a:lstStyle/>
                    <a:p>
                      <a:pPr indent="0" algn="ctr">
                        <a:buNone/>
                      </a:pPr>
                      <a:endParaRPr lang="zh-CN" sz="1100" kern="100">
                        <a:effectLst/>
                        <a:latin typeface="等线" panose="02010600030101010101" charset="-122"/>
                        <a:ea typeface="等线" panose="02010600030101010101" charset="-122"/>
                      </a:endParaRPr>
                    </a:p>
                  </a:txBody>
                  <a:tcPr marL="68580" marR="68580" marT="0" marB="0" anchor="ctr"/>
                </a:tc>
                <a:tc>
                  <a:txBody>
                    <a:bodyPr/>
                    <a:lstStyle/>
                    <a:p>
                      <a:pPr indent="0" algn="ctr">
                        <a:buNone/>
                      </a:pPr>
                      <a:endParaRPr lang="zh-CN" sz="1100" kern="100">
                        <a:effectLst/>
                        <a:latin typeface="等线" panose="02010600030101010101" charset="-122"/>
                        <a:ea typeface="等线" panose="02010600030101010101" charset="-122"/>
                      </a:endParaRPr>
                    </a:p>
                  </a:txBody>
                  <a:tcPr marL="68580" marR="68580" marT="0" marB="0" anchor="ctr"/>
                </a:tc>
                <a:extLst>
                  <a:ext uri="{0D108BD9-81ED-4DB2-BD59-A6C34878D82A}">
                    <a16:rowId xmlns:a16="http://schemas.microsoft.com/office/drawing/2014/main" val="10002"/>
                  </a:ext>
                </a:extLst>
              </a:tr>
              <a:tr h="1229995">
                <a:tc>
                  <a:txBody>
                    <a:bodyPr/>
                    <a:lstStyle/>
                    <a:p>
                      <a:pPr indent="0" algn="ctr">
                        <a:lnSpc>
                          <a:spcPct val="150000"/>
                        </a:lnSpc>
                        <a:buNone/>
                      </a:pPr>
                      <a:r>
                        <a:rPr lang="zh-CN" sz="1400" kern="100">
                          <a:effectLst/>
                          <a:latin typeface="微软雅黑" panose="020B0503020204020204" pitchFamily="34" charset="-122"/>
                          <a:ea typeface="微软雅黑" panose="020B0503020204020204" pitchFamily="34" charset="-122"/>
                          <a:cs typeface="Times New Roman" panose="02020603050405020304" pitchFamily="18" charset="0"/>
                        </a:rPr>
                        <a:t>渔船</a:t>
                      </a:r>
                      <a:r>
                        <a:rPr lang="zh-CN" sz="1400" kern="100">
                          <a:effectLst/>
                          <a:latin typeface="Times New Roman" panose="02020603050405020304" pitchFamily="18" charset="0"/>
                          <a:cs typeface="Times New Roman" panose="02020603050405020304" pitchFamily="18" charset="0"/>
                        </a:rPr>
                        <a:t>（</a:t>
                      </a:r>
                      <a:r>
                        <a:rPr lang="en-US" sz="1400" kern="100">
                          <a:effectLst/>
                          <a:latin typeface="Times New Roman" panose="02020603050405020304" pitchFamily="18" charset="0"/>
                          <a:cs typeface="Times New Roman" panose="02020603050405020304" pitchFamily="18" charset="0"/>
                        </a:rPr>
                        <a:t>FishingVessel</a:t>
                      </a:r>
                      <a:r>
                        <a:rPr lang="zh-CN" sz="1400" kern="100">
                          <a:effectLst/>
                          <a:latin typeface="Times New Roman" panose="02020603050405020304" pitchFamily="18" charset="0"/>
                          <a:cs typeface="Times New Roman" panose="02020603050405020304" pitchFamily="18" charset="0"/>
                        </a:rPr>
                        <a:t>）</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solidFill>
                      <a:srgbClr val="0070C0"/>
                    </a:solidFill>
                  </a:tcPr>
                </a:tc>
                <a:tc>
                  <a:txBody>
                    <a:bodyPr/>
                    <a:lstStyle/>
                    <a:p>
                      <a:pPr indent="0" algn="ctr">
                        <a:buNone/>
                      </a:pPr>
                      <a:endParaRPr lang="zh-CN" sz="1100" kern="100">
                        <a:effectLst/>
                        <a:latin typeface="等线" panose="02010600030101010101" charset="-122"/>
                        <a:ea typeface="等线" panose="02010600030101010101" charset="-122"/>
                      </a:endParaRPr>
                    </a:p>
                  </a:txBody>
                  <a:tcPr marL="68580" marR="68580" marT="0" marB="0" anchor="ctr"/>
                </a:tc>
                <a:tc>
                  <a:txBody>
                    <a:bodyPr/>
                    <a:lstStyle/>
                    <a:p>
                      <a:pPr indent="0" algn="ctr">
                        <a:buNone/>
                      </a:pPr>
                      <a:endParaRPr lang="zh-CN" sz="1100" kern="100">
                        <a:effectLst/>
                        <a:latin typeface="等线" panose="02010600030101010101" charset="-122"/>
                        <a:ea typeface="等线" panose="02010600030101010101" charset="-122"/>
                      </a:endParaRPr>
                    </a:p>
                  </a:txBody>
                  <a:tcPr marL="68580" marR="68580" marT="0" marB="0" anchor="ctr"/>
                </a:tc>
                <a:extLst>
                  <a:ext uri="{0D108BD9-81ED-4DB2-BD59-A6C34878D82A}">
                    <a16:rowId xmlns:a16="http://schemas.microsoft.com/office/drawing/2014/main" val="10003"/>
                  </a:ext>
                </a:extLst>
              </a:tr>
              <a:tr h="1229995">
                <a:tc>
                  <a:txBody>
                    <a:bodyPr/>
                    <a:lstStyle/>
                    <a:p>
                      <a:pPr indent="0" algn="ctr">
                        <a:lnSpc>
                          <a:spcPct val="150000"/>
                        </a:lnSpc>
                        <a:buNone/>
                      </a:pPr>
                      <a:r>
                        <a:rPr lang="zh-CN" sz="1400" kern="100">
                          <a:effectLst/>
                          <a:latin typeface="微软雅黑" panose="020B0503020204020204" pitchFamily="34" charset="-122"/>
                          <a:ea typeface="微软雅黑" panose="020B0503020204020204" pitchFamily="34" charset="-122"/>
                          <a:cs typeface="Times New Roman" panose="02020603050405020304" pitchFamily="18" charset="0"/>
                        </a:rPr>
                        <a:t>货船</a:t>
                      </a:r>
                    </a:p>
                    <a:p>
                      <a:pPr indent="0" algn="ctr">
                        <a:lnSpc>
                          <a:spcPct val="150000"/>
                        </a:lnSpc>
                        <a:buNone/>
                      </a:pPr>
                      <a:r>
                        <a:rPr lang="zh-CN" sz="1400" kern="100">
                          <a:effectLst/>
                          <a:latin typeface="Times New Roman" panose="02020603050405020304" pitchFamily="18" charset="0"/>
                          <a:cs typeface="Times New Roman" panose="02020603050405020304" pitchFamily="18" charset="0"/>
                        </a:rPr>
                        <a:t>（</a:t>
                      </a:r>
                      <a:r>
                        <a:rPr lang="en-US" sz="1400" kern="100">
                          <a:effectLst/>
                          <a:latin typeface="Times New Roman" panose="02020603050405020304" pitchFamily="18" charset="0"/>
                          <a:cs typeface="Times New Roman" panose="02020603050405020304" pitchFamily="18" charset="0"/>
                        </a:rPr>
                        <a:t>CargoShip</a:t>
                      </a:r>
                      <a:r>
                        <a:rPr lang="zh-CN" sz="1400" kern="100">
                          <a:effectLst/>
                          <a:latin typeface="Times New Roman" panose="02020603050405020304" pitchFamily="18" charset="0"/>
                          <a:cs typeface="Times New Roman" panose="02020603050405020304" pitchFamily="18" charset="0"/>
                        </a:rPr>
                        <a:t>）</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solidFill>
                      <a:srgbClr val="0070C0"/>
                    </a:solidFill>
                  </a:tcPr>
                </a:tc>
                <a:tc>
                  <a:txBody>
                    <a:bodyPr/>
                    <a:lstStyle/>
                    <a:p>
                      <a:pPr indent="0" algn="ctr">
                        <a:buNone/>
                      </a:pPr>
                      <a:endParaRPr lang="zh-CN" sz="1100" kern="100">
                        <a:effectLst/>
                        <a:latin typeface="等线" panose="02010600030101010101" charset="-122"/>
                        <a:ea typeface="等线" panose="02010600030101010101" charset="-122"/>
                      </a:endParaRPr>
                    </a:p>
                  </a:txBody>
                  <a:tcPr marL="68580" marR="68580" marT="0" marB="0" anchor="ctr"/>
                </a:tc>
                <a:tc>
                  <a:txBody>
                    <a:bodyPr/>
                    <a:lstStyle/>
                    <a:p>
                      <a:pPr indent="0" algn="ctr">
                        <a:buNone/>
                      </a:pPr>
                      <a:endParaRPr lang="zh-CN" sz="1100" kern="100">
                        <a:effectLst/>
                        <a:latin typeface="等线" panose="02010600030101010101" charset="-122"/>
                        <a:ea typeface="等线" panose="02010600030101010101" charset="-122"/>
                      </a:endParaRPr>
                    </a:p>
                  </a:txBody>
                  <a:tcPr marL="68580" marR="68580" marT="0" marB="0" anchor="ctr"/>
                </a:tc>
                <a:extLst>
                  <a:ext uri="{0D108BD9-81ED-4DB2-BD59-A6C34878D82A}">
                    <a16:rowId xmlns:a16="http://schemas.microsoft.com/office/drawing/2014/main" val="10004"/>
                  </a:ext>
                </a:extLst>
              </a:tr>
            </a:tbl>
          </a:graphicData>
        </a:graphic>
      </p:graphicFrame>
      <p:pic>
        <p:nvPicPr>
          <p:cNvPr id="2" name="图片 1"/>
          <p:cNvPicPr>
            <a:picLocks noChangeArrowheads="1"/>
          </p:cNvPicPr>
          <p:nvPr/>
        </p:nvPicPr>
        <p:blipFill>
          <a:blip r:embed="rId3">
            <a:extLst>
              <a:ext uri="{28A0092B-C50C-407E-A947-70E740481C1C}">
                <a14:useLocalDpi xmlns:a14="http://schemas.microsoft.com/office/drawing/2010/main" val="0"/>
              </a:ext>
            </a:extLst>
          </a:blip>
          <a:srcRect l="9320" r="12643"/>
          <a:stretch>
            <a:fillRect/>
          </a:stretch>
        </p:blipFill>
        <p:spPr bwMode="auto">
          <a:xfrm>
            <a:off x="3164205" y="5495290"/>
            <a:ext cx="3551555" cy="12060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17"/>
          <p:cNvPicPr>
            <a:picLocks noChangeArrowheads="1"/>
          </p:cNvPicPr>
          <p:nvPr/>
        </p:nvPicPr>
        <p:blipFill rotWithShape="1">
          <a:blip r:embed="rId4">
            <a:extLst>
              <a:ext uri="{28A0092B-C50C-407E-A947-70E740481C1C}">
                <a14:useLocalDpi xmlns:a14="http://schemas.microsoft.com/office/drawing/2010/main" val="0"/>
              </a:ext>
            </a:extLst>
          </a:blip>
          <a:srcRect t="3194" b="-1"/>
          <a:stretch>
            <a:fillRect/>
          </a:stretch>
        </p:blipFill>
        <p:spPr bwMode="auto">
          <a:xfrm>
            <a:off x="3154680" y="4258310"/>
            <a:ext cx="3556800" cy="1224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18"/>
          <p:cNvPicPr>
            <a:picLocks noChangeArrowheads="1"/>
          </p:cNvPicPr>
          <p:nvPr/>
        </p:nvPicPr>
        <p:blipFill>
          <a:blip r:embed="rId5">
            <a:extLst>
              <a:ext uri="{28A0092B-C50C-407E-A947-70E740481C1C}">
                <a14:useLocalDpi xmlns:a14="http://schemas.microsoft.com/office/drawing/2010/main" val="0"/>
              </a:ext>
            </a:extLst>
          </a:blip>
          <a:srcRect l="6059" t="13194" r="5693" b="8693"/>
          <a:stretch>
            <a:fillRect/>
          </a:stretch>
        </p:blipFill>
        <p:spPr bwMode="auto">
          <a:xfrm>
            <a:off x="6725285" y="4254500"/>
            <a:ext cx="3564000" cy="12240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6"/>
          <p:cNvPicPr>
            <a:picLocks noChangeArrowheads="1"/>
          </p:cNvPicPr>
          <p:nvPr/>
        </p:nvPicPr>
        <p:blipFill>
          <a:blip r:embed="rId6">
            <a:extLst>
              <a:ext uri="{28A0092B-C50C-407E-A947-70E740481C1C}">
                <a14:useLocalDpi xmlns:a14="http://schemas.microsoft.com/office/drawing/2010/main" val="0"/>
              </a:ext>
            </a:extLst>
          </a:blip>
          <a:srcRect l="16125" r="8710"/>
          <a:stretch>
            <a:fillRect/>
          </a:stretch>
        </p:blipFill>
        <p:spPr bwMode="auto">
          <a:xfrm flipH="1">
            <a:off x="6725285" y="5485765"/>
            <a:ext cx="3564000" cy="12168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9"/>
          <p:cNvPicPr>
            <a:picLocks noChangeArrowheads="1"/>
          </p:cNvPicPr>
          <p:nvPr/>
        </p:nvPicPr>
        <p:blipFill>
          <a:blip r:embed="rId7">
            <a:extLst>
              <a:ext uri="{28A0092B-C50C-407E-A947-70E740481C1C}">
                <a14:useLocalDpi xmlns:a14="http://schemas.microsoft.com/office/drawing/2010/main" val="0"/>
              </a:ext>
            </a:extLst>
          </a:blip>
          <a:srcRect l="5096" r="10280"/>
          <a:stretch>
            <a:fillRect/>
          </a:stretch>
        </p:blipFill>
        <p:spPr bwMode="auto">
          <a:xfrm>
            <a:off x="3163570" y="3057525"/>
            <a:ext cx="3545205" cy="118808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0"/>
          <p:cNvPicPr>
            <a:picLocks noChangeArrowheads="1"/>
          </p:cNvPicPr>
          <p:nvPr/>
        </p:nvPicPr>
        <p:blipFill>
          <a:blip r:embed="rId8">
            <a:extLst>
              <a:ext uri="{28A0092B-C50C-407E-A947-70E740481C1C}">
                <a14:useLocalDpi xmlns:a14="http://schemas.microsoft.com/office/drawing/2010/main" val="0"/>
              </a:ext>
            </a:extLst>
          </a:blip>
          <a:srcRect l="12704" r="5373"/>
          <a:stretch>
            <a:fillRect/>
          </a:stretch>
        </p:blipFill>
        <p:spPr bwMode="auto">
          <a:xfrm flipH="1">
            <a:off x="6725285" y="3045460"/>
            <a:ext cx="3549600" cy="11952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1"/>
          <p:cNvPicPr>
            <a:picLocks noChangeAspect="1" noChangeArrowheads="1"/>
          </p:cNvPicPr>
          <p:nvPr/>
        </p:nvPicPr>
        <p:blipFill>
          <a:blip r:embed="rId9">
            <a:extLst>
              <a:ext uri="{28A0092B-C50C-407E-A947-70E740481C1C}">
                <a14:useLocalDpi xmlns:a14="http://schemas.microsoft.com/office/drawing/2010/main" val="0"/>
              </a:ext>
            </a:extLst>
          </a:blip>
          <a:srcRect l="11473" t="13913" r="-55" b="6532"/>
          <a:stretch>
            <a:fillRect/>
          </a:stretch>
        </p:blipFill>
        <p:spPr bwMode="auto">
          <a:xfrm>
            <a:off x="3163570" y="1805305"/>
            <a:ext cx="3552190" cy="123063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2"/>
          <p:cNvPicPr>
            <a:picLocks noChangeArrowheads="1"/>
          </p:cNvPicPr>
          <p:nvPr/>
        </p:nvPicPr>
        <p:blipFill>
          <a:blip r:embed="rId10">
            <a:extLst>
              <a:ext uri="{28A0092B-C50C-407E-A947-70E740481C1C}">
                <a14:useLocalDpi xmlns:a14="http://schemas.microsoft.com/office/drawing/2010/main" val="0"/>
              </a:ext>
            </a:extLst>
          </a:blip>
          <a:srcRect l="10980" t="14301" r="7419" b="15309"/>
          <a:stretch>
            <a:fillRect/>
          </a:stretch>
        </p:blipFill>
        <p:spPr bwMode="auto">
          <a:xfrm>
            <a:off x="6725285" y="1798955"/>
            <a:ext cx="3547745" cy="1231200"/>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p:cNvSpPr txBox="1"/>
          <p:nvPr/>
        </p:nvSpPr>
        <p:spPr>
          <a:xfrm>
            <a:off x="3601606" y="582930"/>
            <a:ext cx="4988788" cy="481984"/>
          </a:xfrm>
          <a:prstGeom prst="rect">
            <a:avLst/>
          </a:prstGeom>
          <a:noFill/>
        </p:spPr>
        <p:txBody>
          <a:bodyPr vert="horz" wrap="square" rtlCol="0">
            <a:noAutofit/>
          </a:bodyPr>
          <a:lstStyle/>
          <a:p>
            <a:pPr indent="127000" algn="ctr">
              <a:lnSpc>
                <a:spcPct val="150000"/>
              </a:lnSpc>
              <a:buNone/>
            </a:pPr>
            <a:r>
              <a:rPr lang="zh-CN" altLang="en-US" b="1">
                <a:latin typeface="微软雅黑" panose="020B0503020204020204" pitchFamily="34" charset="-122"/>
                <a:ea typeface="微软雅黑" panose="020B0503020204020204" pitchFamily="34" charset="-122"/>
                <a:sym typeface="+mn-ea"/>
              </a:rPr>
              <a:t>部分</a:t>
            </a:r>
            <a:r>
              <a:rPr lang="zh-CN" altLang="zh-CN" b="1">
                <a:latin typeface="微软雅黑" panose="020B0503020204020204" pitchFamily="34" charset="-122"/>
                <a:ea typeface="微软雅黑" panose="020B0503020204020204" pitchFamily="34" charset="-122"/>
                <a:sym typeface="+mn-ea"/>
              </a:rPr>
              <a:t>船只类型与对应点云和可见光数据</a:t>
            </a:r>
          </a:p>
        </p:txBody>
      </p:sp>
      <p:sp>
        <p:nvSpPr>
          <p:cNvPr id="15" name="TextBox 6"/>
          <p:cNvSpPr txBox="1"/>
          <p:nvPr/>
        </p:nvSpPr>
        <p:spPr>
          <a:xfrm>
            <a:off x="360680" y="167640"/>
            <a:ext cx="9107805" cy="587375"/>
          </a:xfrm>
          <a:prstGeom prst="rect">
            <a:avLst/>
          </a:prstGeom>
          <a:noFill/>
        </p:spPr>
        <p:txBody>
          <a:bodyPr wrap="square" lIns="0" tIns="48000" rIns="0" bIns="48000" rtlCol="0">
            <a:spAutoFit/>
          </a:bodyPr>
          <a:lstStyle/>
          <a:p>
            <a:r>
              <a:rPr lang="en-US" altLang="zh-CN" sz="3200" b="1">
                <a:solidFill>
                  <a:srgbClr val="004EA2"/>
                </a:solidFill>
                <a:latin typeface="微软雅黑" panose="020B0503020204020204" pitchFamily="34" charset="-122"/>
                <a:ea typeface="微软雅黑" panose="020B0503020204020204" pitchFamily="34" charset="-122"/>
                <a:sym typeface="+mn-ea"/>
              </a:rPr>
              <a:t>2.2</a:t>
            </a:r>
            <a:r>
              <a:rPr lang="zh-CN" altLang="en-US" sz="3200" b="1">
                <a:solidFill>
                  <a:srgbClr val="004EA2"/>
                </a:solidFill>
                <a:latin typeface="微软雅黑" panose="020B0503020204020204" pitchFamily="34" charset="-122"/>
                <a:ea typeface="微软雅黑" panose="020B0503020204020204" pitchFamily="34" charset="-122"/>
                <a:sym typeface="+mn-ea"/>
              </a:rPr>
              <a:t>点云</a:t>
            </a:r>
            <a:r>
              <a:rPr lang="en-US" altLang="zh-CN" sz="3200" b="1">
                <a:solidFill>
                  <a:srgbClr val="004EA2"/>
                </a:solidFill>
                <a:latin typeface="微软雅黑" panose="020B0503020204020204" pitchFamily="34" charset="-122"/>
                <a:ea typeface="微软雅黑" panose="020B0503020204020204" pitchFamily="34" charset="-122"/>
                <a:sym typeface="+mn-ea"/>
              </a:rPr>
              <a:t>-</a:t>
            </a:r>
            <a:r>
              <a:rPr lang="zh-CN" altLang="en-US" sz="3200" b="1">
                <a:solidFill>
                  <a:srgbClr val="004EA2"/>
                </a:solidFill>
                <a:latin typeface="微软雅黑" panose="020B0503020204020204" pitchFamily="34" charset="-122"/>
                <a:ea typeface="微软雅黑" panose="020B0503020204020204" pitchFamily="34" charset="-122"/>
                <a:sym typeface="+mn-ea"/>
              </a:rPr>
              <a:t>可见光联合的船舶检测数据集构建方案</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EE31DAAA-7D49-22B3-A356-16D48C357721}"/>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圆角 1"/>
          <p:cNvSpPr/>
          <p:nvPr/>
        </p:nvSpPr>
        <p:spPr>
          <a:xfrm>
            <a:off x="236220" y="1036955"/>
            <a:ext cx="11741785" cy="1727200"/>
          </a:xfrm>
          <a:prstGeom prst="roundRect">
            <a:avLst>
              <a:gd name="adj" fmla="val 9082"/>
            </a:avLst>
          </a:prstGeom>
          <a:solidFill>
            <a:srgbClr val="004EA2"/>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4521835" y="1099820"/>
            <a:ext cx="7245985" cy="1588770"/>
          </a:xfrm>
          <a:prstGeom prst="rect">
            <a:avLst/>
          </a:prstGeom>
          <a:noFill/>
        </p:spPr>
        <p:txBody>
          <a:bodyPr wrap="square" rtlCol="0">
            <a:noAutofit/>
          </a:bodyPr>
          <a:lstStyle/>
          <a:p>
            <a:pPr indent="0" algn="just" fontAlgn="auto">
              <a:lnSpc>
                <a:spcPct val="150000"/>
              </a:lnSpc>
            </a:pPr>
            <a:r>
              <a:rPr lang="en-US" altLang="zh-CN" sz="16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VoxelNet</a:t>
            </a:r>
            <a:r>
              <a:rPr lang="zh-CN" altLang="zh-CN" sz="16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是一种用于三维点云目标检测的深度学习模型。它将点云数据分割成体素，对每个体素内部的点进行特征编码，然后通过</a:t>
            </a:r>
            <a:r>
              <a:rPr lang="en-US" altLang="zh-CN" sz="16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3D</a:t>
            </a:r>
            <a:r>
              <a:rPr lang="zh-CN" altLang="zh-CN" sz="16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卷积提取空间特征，最终利用</a:t>
            </a:r>
            <a:r>
              <a:rPr lang="en-US" altLang="zh-CN" sz="16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RPN</a:t>
            </a:r>
            <a:r>
              <a:rPr lang="zh-CN" altLang="zh-CN" sz="16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生成三维检测框。该模型实现了端到端的</a:t>
            </a:r>
            <a:r>
              <a:rPr lang="en-US" altLang="zh-CN" sz="16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3D</a:t>
            </a:r>
            <a:r>
              <a:rPr lang="zh-CN" altLang="zh-CN" sz="16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目标检测，无需人工设计特征</a:t>
            </a:r>
          </a:p>
          <a:p>
            <a:endParaRPr lang="zh-CN" altLang="zh-CN" sz="160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矩形: 圆角 2"/>
          <p:cNvSpPr/>
          <p:nvPr/>
        </p:nvSpPr>
        <p:spPr>
          <a:xfrm>
            <a:off x="236220" y="3046095"/>
            <a:ext cx="11741785" cy="1727200"/>
          </a:xfrm>
          <a:prstGeom prst="roundRect">
            <a:avLst>
              <a:gd name="adj" fmla="val 9082"/>
            </a:avLst>
          </a:prstGeom>
          <a:solidFill>
            <a:srgbClr val="0070C0"/>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圆角 3"/>
          <p:cNvSpPr/>
          <p:nvPr/>
        </p:nvSpPr>
        <p:spPr>
          <a:xfrm>
            <a:off x="218440" y="5055235"/>
            <a:ext cx="11741785" cy="1727200"/>
          </a:xfrm>
          <a:prstGeom prst="roundRect">
            <a:avLst>
              <a:gd name="adj" fmla="val 9082"/>
            </a:avLst>
          </a:prstGeom>
          <a:solidFill>
            <a:srgbClr val="009DD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4520565" y="3296920"/>
            <a:ext cx="7342572" cy="1225550"/>
          </a:xfrm>
          <a:prstGeom prst="rect">
            <a:avLst/>
          </a:prstGeom>
          <a:noFill/>
        </p:spPr>
        <p:txBody>
          <a:bodyPr wrap="square" rtlCol="0">
            <a:noAutofit/>
          </a:bodyPr>
          <a:lstStyle/>
          <a:p>
            <a:pPr algn="just">
              <a:lnSpc>
                <a:spcPct val="150000"/>
              </a:lnSpc>
              <a:buClrTx/>
              <a:buSzTx/>
              <a:buFontTx/>
            </a:pPr>
            <a:r>
              <a:rPr lang="en-US" altLang="zh-CN" sz="16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SECOND是一种用于三维点云目标检测的深度学习模型。它将点云体素化后，采用稀疏3D卷积进行特征提取，极大提升了计算效率。最后通过2D卷积和RPN生成检测结果。SECOND模型在保证精度的同时，实现了高效的推理速度</a:t>
            </a:r>
          </a:p>
          <a:p>
            <a:endParaRPr lang="en-US" altLang="zh-CN" sz="160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文本框 5"/>
          <p:cNvSpPr txBox="1"/>
          <p:nvPr/>
        </p:nvSpPr>
        <p:spPr>
          <a:xfrm>
            <a:off x="4520565" y="5132705"/>
            <a:ext cx="7246620" cy="1556385"/>
          </a:xfrm>
          <a:prstGeom prst="rect">
            <a:avLst/>
          </a:prstGeom>
          <a:noFill/>
        </p:spPr>
        <p:txBody>
          <a:bodyPr wrap="square" rtlCol="0">
            <a:noAutofit/>
          </a:bodyPr>
          <a:lstStyle/>
          <a:p>
            <a:pPr algn="just">
              <a:lnSpc>
                <a:spcPct val="150000"/>
              </a:lnSpc>
              <a:buClrTx/>
              <a:buSzTx/>
              <a:buFontTx/>
            </a:pPr>
            <a:r>
              <a:rPr lang="en-US" altLang="zh-CN" sz="16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PV-RCNN是一种结合了体素特征和点特征的三维目标检测模型。它先用体素网络提取全局空间特征，再通过点特征融合模块将体素特征与原始点特征结合，提升检测精度。最后利用候选框池化和精细化回归，实现高效且精准的3D目标检测</a:t>
            </a:r>
          </a:p>
          <a:p>
            <a:endParaRPr lang="en-US" altLang="zh-CN" sz="160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5" name="图片 14"/>
          <p:cNvPicPr/>
          <p:nvPr/>
        </p:nvPicPr>
        <p:blipFill>
          <a:blip r:embed="rId3"/>
          <a:srcRect l="2274" t="-2651" r="-492" b="11534"/>
          <a:stretch>
            <a:fillRect/>
          </a:stretch>
        </p:blipFill>
        <p:spPr>
          <a:xfrm>
            <a:off x="236220" y="2873375"/>
            <a:ext cx="3852000" cy="1944000"/>
          </a:xfrm>
          <a:prstGeom prst="rect">
            <a:avLst/>
          </a:prstGeom>
        </p:spPr>
      </p:pic>
      <p:pic>
        <p:nvPicPr>
          <p:cNvPr id="16" name="图片 15"/>
          <p:cNvPicPr/>
          <p:nvPr/>
        </p:nvPicPr>
        <p:blipFill>
          <a:blip r:embed="rId4"/>
          <a:srcRect l="5096" t="-2780" r="5058" b="21177"/>
          <a:stretch>
            <a:fillRect/>
          </a:stretch>
        </p:blipFill>
        <p:spPr>
          <a:xfrm>
            <a:off x="218440" y="4863465"/>
            <a:ext cx="3852000" cy="1944000"/>
          </a:xfrm>
          <a:prstGeom prst="rect">
            <a:avLst/>
          </a:prstGeom>
        </p:spPr>
      </p:pic>
      <p:pic>
        <p:nvPicPr>
          <p:cNvPr id="17" name="图片 16"/>
          <p:cNvPicPr/>
          <p:nvPr/>
        </p:nvPicPr>
        <p:blipFill>
          <a:blip r:embed="rId5"/>
          <a:srcRect l="4159" t="3729" r="2537" b="7824"/>
          <a:stretch>
            <a:fillRect/>
          </a:stretch>
        </p:blipFill>
        <p:spPr>
          <a:xfrm>
            <a:off x="218440" y="883285"/>
            <a:ext cx="3852000" cy="1944000"/>
          </a:xfrm>
          <a:prstGeom prst="rect">
            <a:avLst/>
          </a:prstGeom>
        </p:spPr>
      </p:pic>
      <p:sp>
        <p:nvSpPr>
          <p:cNvPr id="7" name="TextBox 6"/>
          <p:cNvSpPr txBox="1"/>
          <p:nvPr/>
        </p:nvSpPr>
        <p:spPr>
          <a:xfrm>
            <a:off x="360680" y="167640"/>
            <a:ext cx="9107805" cy="587375"/>
          </a:xfrm>
          <a:prstGeom prst="rect">
            <a:avLst/>
          </a:prstGeom>
          <a:noFill/>
        </p:spPr>
        <p:txBody>
          <a:bodyPr wrap="square" lIns="0" tIns="48000" rIns="0" bIns="48000" rtlCol="0">
            <a:spAutoFit/>
          </a:bodyPr>
          <a:lstStyle/>
          <a:p>
            <a:r>
              <a:rPr lang="en-US" altLang="zh-CN" sz="3200" b="1">
                <a:solidFill>
                  <a:srgbClr val="004EA2"/>
                </a:solidFill>
                <a:latin typeface="微软雅黑" panose="020B0503020204020204" pitchFamily="34" charset="-122"/>
                <a:ea typeface="微软雅黑" panose="020B0503020204020204" pitchFamily="34" charset="-122"/>
                <a:sym typeface="+mn-ea"/>
              </a:rPr>
              <a:t>2.3</a:t>
            </a:r>
            <a:r>
              <a:rPr lang="zh-CN" altLang="en-US" sz="3200" b="1">
                <a:solidFill>
                  <a:srgbClr val="004EA2"/>
                </a:solidFill>
                <a:latin typeface="微软雅黑" panose="020B0503020204020204" pitchFamily="34" charset="-122"/>
                <a:ea typeface="微软雅黑" panose="020B0503020204020204" pitchFamily="34" charset="-122"/>
                <a:sym typeface="+mn-ea"/>
              </a:rPr>
              <a:t>点云与可见光单一模态检测算法研究</a:t>
            </a:r>
            <a:r>
              <a:rPr lang="en-US" altLang="zh-CN" sz="2000" b="1">
                <a:solidFill>
                  <a:schemeClr val="tx1">
                    <a:lumMod val="95000"/>
                    <a:lumOff val="5000"/>
                  </a:schemeClr>
                </a:solidFill>
                <a:latin typeface="微软雅黑" panose="020B0503020204020204" pitchFamily="34" charset="-122"/>
                <a:ea typeface="微软雅黑" panose="020B0503020204020204" pitchFamily="34" charset="-122"/>
                <a:sym typeface="+mn-ea"/>
              </a:rPr>
              <a:t>—</a:t>
            </a:r>
            <a:r>
              <a:rPr lang="zh-CN" altLang="en-US" sz="2000" b="1">
                <a:solidFill>
                  <a:schemeClr val="tx1">
                    <a:lumMod val="95000"/>
                    <a:lumOff val="5000"/>
                  </a:schemeClr>
                </a:solidFill>
                <a:latin typeface="微软雅黑" panose="020B0503020204020204" pitchFamily="34" charset="-122"/>
                <a:ea typeface="微软雅黑" panose="020B0503020204020204" pitchFamily="34" charset="-122"/>
                <a:sym typeface="+mn-ea"/>
              </a:rPr>
              <a:t>点云检测模型</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ECC4EF00-DFFD-4D87-08D2-22BA2C612CED}"/>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6"/>
          <p:cNvSpPr txBox="1"/>
          <p:nvPr/>
        </p:nvSpPr>
        <p:spPr>
          <a:xfrm>
            <a:off x="360729" y="165509"/>
            <a:ext cx="9537651" cy="589380"/>
          </a:xfrm>
          <a:prstGeom prst="rect">
            <a:avLst/>
          </a:prstGeom>
          <a:noFill/>
        </p:spPr>
        <p:txBody>
          <a:bodyPr wrap="square" lIns="0" tIns="48000" rIns="0" bIns="48000" rtlCol="0">
            <a:spAutoFit/>
          </a:bodyPr>
          <a:lstStyle/>
          <a:p>
            <a:r>
              <a:rPr lang="en-US" altLang="zh-CN" sz="3200" b="1">
                <a:solidFill>
                  <a:srgbClr val="004EA2"/>
                </a:solidFill>
                <a:latin typeface="微软雅黑" panose="020B0503020204020204" pitchFamily="34" charset="-122"/>
                <a:ea typeface="微软雅黑" panose="020B0503020204020204" pitchFamily="34" charset="-122"/>
              </a:rPr>
              <a:t>2.3</a:t>
            </a:r>
            <a:r>
              <a:rPr lang="zh-CN" altLang="en-US" sz="3200" b="1">
                <a:solidFill>
                  <a:srgbClr val="004EA2"/>
                </a:solidFill>
                <a:latin typeface="微软雅黑" panose="020B0503020204020204" pitchFamily="34" charset="-122"/>
                <a:ea typeface="微软雅黑" panose="020B0503020204020204" pitchFamily="34" charset="-122"/>
              </a:rPr>
              <a:t>点云与可见光单一模态检测算法研究</a:t>
            </a:r>
            <a:r>
              <a:rPr lang="en-US" altLang="zh-CN" b="1">
                <a:solidFill>
                  <a:schemeClr val="tx1">
                    <a:lumMod val="95000"/>
                    <a:lumOff val="5000"/>
                  </a:schemeClr>
                </a:solidFill>
                <a:latin typeface="微软雅黑" panose="020B0503020204020204" pitchFamily="34" charset="-122"/>
                <a:ea typeface="微软雅黑" panose="020B0503020204020204" pitchFamily="34" charset="-122"/>
              </a:rPr>
              <a:t>—</a:t>
            </a:r>
            <a:r>
              <a:rPr lang="zh-CN" altLang="en-US" b="1">
                <a:solidFill>
                  <a:schemeClr val="tx1">
                    <a:lumMod val="95000"/>
                    <a:lumOff val="5000"/>
                  </a:schemeClr>
                </a:solidFill>
                <a:latin typeface="微软雅黑" panose="020B0503020204020204" pitchFamily="34" charset="-122"/>
                <a:ea typeface="微软雅黑" panose="020B0503020204020204" pitchFamily="34" charset="-122"/>
              </a:rPr>
              <a:t>可见光检测模型</a:t>
            </a:r>
            <a:endParaRPr lang="zh-CN" altLang="en-US"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 name="矩形: 圆角 1"/>
          <p:cNvSpPr/>
          <p:nvPr/>
        </p:nvSpPr>
        <p:spPr>
          <a:xfrm>
            <a:off x="147368" y="1113790"/>
            <a:ext cx="11915092" cy="2362637"/>
          </a:xfrm>
          <a:prstGeom prst="roundRect">
            <a:avLst>
              <a:gd name="adj" fmla="val 9082"/>
            </a:avLst>
          </a:prstGeom>
          <a:solidFill>
            <a:srgbClr val="0070C0"/>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descr="图示&#10;&#10;AI 生成的内容可能不正确。"/>
          <p:cNvPicPr>
            <a:picLocks noChangeAspect="1"/>
          </p:cNvPicPr>
          <p:nvPr/>
        </p:nvPicPr>
        <p:blipFill rotWithShape="1">
          <a:blip r:embed="rId3"/>
          <a:srcRect t="6268"/>
          <a:stretch>
            <a:fillRect/>
          </a:stretch>
        </p:blipFill>
        <p:spPr bwMode="auto">
          <a:xfrm>
            <a:off x="17828" y="1113788"/>
            <a:ext cx="8040296" cy="2362637"/>
          </a:xfrm>
          <a:prstGeom prst="rect">
            <a:avLst/>
          </a:prstGeom>
          <a:ln>
            <a:noFill/>
          </a:ln>
        </p:spPr>
      </p:pic>
      <p:sp>
        <p:nvSpPr>
          <p:cNvPr id="11" name="矩形: 圆角 10"/>
          <p:cNvSpPr/>
          <p:nvPr/>
        </p:nvSpPr>
        <p:spPr>
          <a:xfrm>
            <a:off x="129540" y="3995420"/>
            <a:ext cx="11915140" cy="2400300"/>
          </a:xfrm>
          <a:prstGeom prst="roundRect">
            <a:avLst>
              <a:gd name="adj" fmla="val 9082"/>
            </a:avLst>
          </a:prstGeom>
          <a:solidFill>
            <a:srgbClr val="009DD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descr="手机屏幕截图&#10;&#10;AI 生成的内容可能不正确。"/>
          <p:cNvPicPr/>
          <p:nvPr/>
        </p:nvPicPr>
        <p:blipFill rotWithShape="1">
          <a:blip r:embed="rId4"/>
          <a:srcRect t="-1" b="2782"/>
          <a:stretch>
            <a:fillRect/>
          </a:stretch>
        </p:blipFill>
        <p:spPr bwMode="auto">
          <a:xfrm>
            <a:off x="19024" y="3995420"/>
            <a:ext cx="8039100" cy="2400300"/>
          </a:xfrm>
          <a:prstGeom prst="rect">
            <a:avLst/>
          </a:prstGeom>
          <a:ln>
            <a:noFill/>
          </a:ln>
        </p:spPr>
      </p:pic>
      <p:sp>
        <p:nvSpPr>
          <p:cNvPr id="12" name="文本框 11"/>
          <p:cNvSpPr txBox="1"/>
          <p:nvPr/>
        </p:nvSpPr>
        <p:spPr>
          <a:xfrm>
            <a:off x="8160415" y="1114073"/>
            <a:ext cx="3764885" cy="2335530"/>
          </a:xfrm>
          <a:prstGeom prst="rect">
            <a:avLst/>
          </a:prstGeom>
          <a:noFill/>
        </p:spPr>
        <p:txBody>
          <a:bodyPr wrap="square" rtlCol="0">
            <a:spAutoFit/>
          </a:bodyPr>
          <a:lstStyle/>
          <a:p>
            <a:pPr indent="0" algn="just" fontAlgn="auto">
              <a:lnSpc>
                <a:spcPts val="2500"/>
              </a:lnSpc>
            </a:pPr>
            <a:r>
              <a:rPr lang="en-US" altLang="zh-CN" sz="16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Swin Transformer</a:t>
            </a:r>
            <a:r>
              <a:rPr lang="zh-CN" altLang="zh-CN" sz="16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构建了一种层级化的特征表示，它通过在网络深层逐步合并图像块，生成了类似于</a:t>
            </a:r>
            <a:r>
              <a:rPr lang="en-US" altLang="zh-CN" sz="16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CNN</a:t>
            </a:r>
            <a:r>
              <a:rPr lang="zh-CN" altLang="zh-CN" sz="16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的多尺度特征金字塔，</a:t>
            </a:r>
            <a:r>
              <a:rPr lang="zh-CN" altLang="en-US" sz="16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同时</a:t>
            </a:r>
            <a:r>
              <a:rPr lang="zh-CN" altLang="zh-CN" sz="16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引入了基于移位窗口的局部自注意力机制</a:t>
            </a:r>
            <a:r>
              <a:rPr lang="zh-CN" altLang="en-US" sz="16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，建立扩窗口的信息连接以</a:t>
            </a:r>
            <a:r>
              <a:rPr lang="zh-CN" altLang="zh-CN" sz="16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捕获全局上下文信息，输出图像特征</a:t>
            </a:r>
          </a:p>
        </p:txBody>
      </p:sp>
      <p:sp>
        <p:nvSpPr>
          <p:cNvPr id="15" name="文本框 14"/>
          <p:cNvSpPr txBox="1"/>
          <p:nvPr/>
        </p:nvSpPr>
        <p:spPr>
          <a:xfrm>
            <a:off x="8160385" y="4145280"/>
            <a:ext cx="3719830" cy="2101215"/>
          </a:xfrm>
          <a:prstGeom prst="rect">
            <a:avLst/>
          </a:prstGeom>
          <a:noFill/>
        </p:spPr>
        <p:txBody>
          <a:bodyPr wrap="square" rtlCol="0">
            <a:noAutofit/>
          </a:bodyPr>
          <a:lstStyle/>
          <a:p>
            <a:pPr algn="just">
              <a:lnSpc>
                <a:spcPts val="2500"/>
              </a:lnSpc>
              <a:buClrTx/>
              <a:buSzTx/>
              <a:buFontTx/>
            </a:pPr>
            <a:r>
              <a:rPr lang="en-US" altLang="zh-CN" sz="16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Faster R-CNN是一种经典的两阶段目标检测模型。首先通过RPN生成候选框，然后对这些候选区域进行特征提取和分类回归，实现高效且准确的目标检测。它将候选框生成与检测过程整合为端到端训练，大幅提升了检测速度和性能</a:t>
            </a:r>
          </a:p>
          <a:p>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7077116-C942-1FDB-B76E-B703B922AB12}"/>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角 11"/>
          <p:cNvSpPr/>
          <p:nvPr/>
        </p:nvSpPr>
        <p:spPr>
          <a:xfrm>
            <a:off x="140970" y="1626235"/>
            <a:ext cx="11910060" cy="4175760"/>
          </a:xfrm>
          <a:prstGeom prst="roundRect">
            <a:avLst>
              <a:gd name="adj" fmla="val 9082"/>
            </a:avLst>
          </a:prstGeom>
          <a:solidFill>
            <a:srgbClr val="0070C0"/>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descr="图示&#10;&#10;AI 生成的内容可能不正确。"/>
          <p:cNvPicPr>
            <a:picLocks noChangeAspect="1"/>
          </p:cNvPicPr>
          <p:nvPr/>
        </p:nvPicPr>
        <p:blipFill>
          <a:blip r:embed="rId3"/>
          <a:stretch>
            <a:fillRect/>
          </a:stretch>
        </p:blipFill>
        <p:spPr>
          <a:xfrm>
            <a:off x="-49530" y="1572895"/>
            <a:ext cx="7227422" cy="4342892"/>
          </a:xfrm>
          <a:prstGeom prst="rect">
            <a:avLst/>
          </a:prstGeom>
        </p:spPr>
      </p:pic>
      <p:sp>
        <p:nvSpPr>
          <p:cNvPr id="11" name="TextBox 6"/>
          <p:cNvSpPr txBox="1"/>
          <p:nvPr/>
        </p:nvSpPr>
        <p:spPr>
          <a:xfrm>
            <a:off x="360729" y="165509"/>
            <a:ext cx="9537651" cy="589380"/>
          </a:xfrm>
          <a:prstGeom prst="rect">
            <a:avLst/>
          </a:prstGeom>
          <a:noFill/>
        </p:spPr>
        <p:txBody>
          <a:bodyPr wrap="square" lIns="0" tIns="48000" rIns="0" bIns="48000" rtlCol="0">
            <a:spAutoFit/>
          </a:bodyPr>
          <a:lstStyle/>
          <a:p>
            <a:r>
              <a:rPr lang="en-US" altLang="zh-CN" sz="3200" b="1">
                <a:solidFill>
                  <a:srgbClr val="004EA2"/>
                </a:solidFill>
                <a:latin typeface="微软雅黑" panose="020B0503020204020204" pitchFamily="34" charset="-122"/>
                <a:ea typeface="微软雅黑" panose="020B0503020204020204" pitchFamily="34" charset="-122"/>
              </a:rPr>
              <a:t>2.3</a:t>
            </a:r>
            <a:r>
              <a:rPr lang="zh-CN" altLang="en-US" sz="3200" b="1">
                <a:solidFill>
                  <a:srgbClr val="004EA2"/>
                </a:solidFill>
                <a:latin typeface="微软雅黑" panose="020B0503020204020204" pitchFamily="34" charset="-122"/>
                <a:ea typeface="微软雅黑" panose="020B0503020204020204" pitchFamily="34" charset="-122"/>
              </a:rPr>
              <a:t>点云与可见光单一模态检测算法研究</a:t>
            </a:r>
            <a:r>
              <a:rPr lang="en-US" altLang="zh-CN" b="1">
                <a:solidFill>
                  <a:schemeClr val="tx1">
                    <a:lumMod val="95000"/>
                    <a:lumOff val="5000"/>
                  </a:schemeClr>
                </a:solidFill>
                <a:latin typeface="微软雅黑" panose="020B0503020204020204" pitchFamily="34" charset="-122"/>
                <a:ea typeface="微软雅黑" panose="020B0503020204020204" pitchFamily="34" charset="-122"/>
              </a:rPr>
              <a:t>—</a:t>
            </a:r>
            <a:r>
              <a:rPr lang="zh-CN" altLang="en-US" b="1">
                <a:solidFill>
                  <a:schemeClr val="tx1">
                    <a:lumMod val="95000"/>
                    <a:lumOff val="5000"/>
                  </a:schemeClr>
                </a:solidFill>
                <a:latin typeface="微软雅黑" panose="020B0503020204020204" pitchFamily="34" charset="-122"/>
                <a:ea typeface="微软雅黑" panose="020B0503020204020204" pitchFamily="34" charset="-122"/>
              </a:rPr>
              <a:t>可见光检测模型</a:t>
            </a:r>
            <a:endParaRPr lang="zh-CN" altLang="en-US"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7351395" y="1957070"/>
            <a:ext cx="4490085" cy="3513455"/>
          </a:xfrm>
          <a:prstGeom prst="rect">
            <a:avLst/>
          </a:prstGeom>
          <a:noFill/>
        </p:spPr>
        <p:txBody>
          <a:bodyPr wrap="square" rtlCol="0">
            <a:noAutofit/>
          </a:bodyPr>
          <a:lstStyle/>
          <a:p>
            <a:pPr indent="0" algn="just" fontAlgn="auto">
              <a:lnSpc>
                <a:spcPct val="150000"/>
              </a:lnSpc>
              <a:buClrTx/>
              <a:buSzTx/>
              <a:buFontTx/>
            </a:pPr>
            <a:r>
              <a:rPr lang="en-US" altLang="zh-CN" sz="16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YOLOv13是YOLO系列最新版本，在传统YOLO结构基础上，引入了超图增强和自适应视觉感知机制，能够更好地捕捉图像中的全局依赖与多元关系。其超图结构提升了特征表达能力，自适应机制促进了多尺度特征融合，增强了模型对复杂场景、遮挡和小目标的检测鲁棒性。此外，YOLOv13对网络结构和损失函数进行了优化，在保持高检测速度的同时显著提升了检测精度和泛化能力</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2210A3E5-F144-1C01-C809-23B84BA04AF6}"/>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6"/>
          <p:cNvSpPr txBox="1"/>
          <p:nvPr/>
        </p:nvSpPr>
        <p:spPr>
          <a:xfrm>
            <a:off x="360729" y="165509"/>
            <a:ext cx="9537651" cy="589380"/>
          </a:xfrm>
          <a:prstGeom prst="rect">
            <a:avLst/>
          </a:prstGeom>
          <a:noFill/>
        </p:spPr>
        <p:txBody>
          <a:bodyPr wrap="square" lIns="0" tIns="48000" rIns="0" bIns="48000" rtlCol="0">
            <a:spAutoFit/>
          </a:bodyPr>
          <a:lstStyle/>
          <a:p>
            <a:r>
              <a:rPr lang="en-US" altLang="zh-CN" sz="3200" b="1">
                <a:solidFill>
                  <a:srgbClr val="004EA2"/>
                </a:solidFill>
                <a:latin typeface="微软雅黑" panose="020B0503020204020204" pitchFamily="34" charset="-122"/>
                <a:ea typeface="微软雅黑" panose="020B0503020204020204" pitchFamily="34" charset="-122"/>
              </a:rPr>
              <a:t>2.4</a:t>
            </a:r>
            <a:r>
              <a:rPr lang="zh-CN" altLang="en-US" sz="3200" b="1">
                <a:solidFill>
                  <a:srgbClr val="004EA2"/>
                </a:solidFill>
                <a:latin typeface="微软雅黑" panose="020B0503020204020204" pitchFamily="34" charset="-122"/>
                <a:ea typeface="微软雅黑" panose="020B0503020204020204" pitchFamily="34" charset="-122"/>
              </a:rPr>
              <a:t>点云与可见光决策级融合目标检测算法研究</a:t>
            </a:r>
            <a:endParaRPr lang="zh-CN" altLang="en-US" sz="3200" b="1" dirty="0">
              <a:solidFill>
                <a:srgbClr val="004EA2"/>
              </a:solidFill>
              <a:latin typeface="微软雅黑" panose="020B0503020204020204" pitchFamily="34" charset="-122"/>
              <a:ea typeface="微软雅黑" panose="020B0503020204020204" pitchFamily="34" charset="-122"/>
            </a:endParaRPr>
          </a:p>
        </p:txBody>
      </p:sp>
      <p:sp>
        <p:nvSpPr>
          <p:cNvPr id="9" name="矩形: 圆角 8"/>
          <p:cNvSpPr/>
          <p:nvPr/>
        </p:nvSpPr>
        <p:spPr>
          <a:xfrm>
            <a:off x="147368" y="864870"/>
            <a:ext cx="11906178" cy="2648585"/>
          </a:xfrm>
          <a:prstGeom prst="roundRect">
            <a:avLst>
              <a:gd name="adj" fmla="val 9082"/>
            </a:avLst>
          </a:prstGeom>
          <a:solidFill>
            <a:srgbClr val="0070C0"/>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图示&#10;&#10;AI 生成的内容可能不正确。"/>
          <p:cNvPicPr/>
          <p:nvPr/>
        </p:nvPicPr>
        <p:blipFill>
          <a:blip r:embed="rId7"/>
          <a:stretch>
            <a:fillRect/>
          </a:stretch>
        </p:blipFill>
        <p:spPr>
          <a:xfrm>
            <a:off x="106045" y="864870"/>
            <a:ext cx="6372000" cy="2653200"/>
          </a:xfrm>
          <a:prstGeom prst="rect">
            <a:avLst/>
          </a:prstGeom>
        </p:spPr>
      </p:pic>
      <p:sp>
        <p:nvSpPr>
          <p:cNvPr id="10" name="矩形: 圆角 9"/>
          <p:cNvSpPr/>
          <p:nvPr>
            <p:custDataLst>
              <p:tags r:id="rId1"/>
            </p:custDataLst>
          </p:nvPr>
        </p:nvSpPr>
        <p:spPr>
          <a:xfrm>
            <a:off x="6410324" y="3861435"/>
            <a:ext cx="5643221" cy="2585323"/>
          </a:xfrm>
          <a:prstGeom prst="roundRect">
            <a:avLst>
              <a:gd name="adj" fmla="val 9082"/>
            </a:avLst>
          </a:prstGeom>
          <a:noFill/>
          <a:ln>
            <a:solidFill>
              <a:srgbClr val="004EA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6935762" y="991394"/>
            <a:ext cx="4747896" cy="2335530"/>
          </a:xfrm>
          <a:prstGeom prst="rect">
            <a:avLst/>
          </a:prstGeom>
          <a:noFill/>
        </p:spPr>
        <p:txBody>
          <a:bodyPr wrap="square" rtlCol="0">
            <a:spAutoFit/>
          </a:bodyPr>
          <a:lstStyle/>
          <a:p>
            <a:pPr algn="just">
              <a:lnSpc>
                <a:spcPts val="2500"/>
              </a:lnSpc>
              <a:buClrTx/>
              <a:buSzTx/>
              <a:buFontTx/>
            </a:pPr>
            <a:r>
              <a:rPr lang="en-US" altLang="zh-CN" sz="16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CLOCs首先构建一个高维稀疏张量，用于表征每一对2D与3D候选框之间的关联性。该张量的每个元素编码了配对框之间的几何一致性（IoU）和语义一致性（置信度）。随后，一个轻量化的已被训练的CNN用于处理这个稀疏张量，从而学习两种模态间的概率依赖关系，并为每个3D候选框重新评估和输出一个经过联合校准的、更可靠的置信度分数</a:t>
            </a:r>
            <a:endParaRPr lang="zh-CN" altLang="en-US"/>
          </a:p>
        </p:txBody>
      </p:sp>
      <p:sp>
        <p:nvSpPr>
          <p:cNvPr id="13" name="文本框 12"/>
          <p:cNvSpPr txBox="1"/>
          <p:nvPr>
            <p:custDataLst>
              <p:tags r:id="rId2"/>
            </p:custDataLst>
          </p:nvPr>
        </p:nvSpPr>
        <p:spPr>
          <a:xfrm>
            <a:off x="6480760" y="3946942"/>
            <a:ext cx="5452160" cy="2335530"/>
          </a:xfrm>
          <a:prstGeom prst="rect">
            <a:avLst/>
          </a:prstGeom>
          <a:noFill/>
        </p:spPr>
        <p:txBody>
          <a:bodyPr wrap="square">
            <a:spAutoFit/>
          </a:bodyPr>
          <a:lstStyle/>
          <a:p>
            <a:pPr algn="ctr">
              <a:lnSpc>
                <a:spcPts val="2500"/>
              </a:lnSpc>
              <a:buClrTx/>
              <a:buSzTx/>
              <a:buNone/>
            </a:pPr>
            <a:r>
              <a:rPr lang="en-US" altLang="zh-CN" sz="2000" b="1">
                <a:latin typeface="微软雅黑" panose="020B0503020204020204" pitchFamily="34" charset="-122"/>
                <a:ea typeface="微软雅黑" panose="020B0503020204020204" pitchFamily="34" charset="-122"/>
                <a:cs typeface="微软雅黑" panose="020B0503020204020204" pitchFamily="34" charset="-122"/>
              </a:rPr>
              <a:t>网络不足</a:t>
            </a:r>
          </a:p>
          <a:p>
            <a:pPr algn="just">
              <a:lnSpc>
                <a:spcPts val="2500"/>
              </a:lnSpc>
              <a:buClrTx/>
              <a:buSzTx/>
              <a:buNone/>
            </a:pPr>
            <a:r>
              <a:rPr lang="en-US" altLang="zh-CN" sz="1600">
                <a:latin typeface="微软雅黑" panose="020B0503020204020204" pitchFamily="34" charset="-122"/>
                <a:ea typeface="微软雅黑" panose="020B0503020204020204" pitchFamily="34" charset="-122"/>
                <a:cs typeface="微软雅黑" panose="020B0503020204020204" pitchFamily="34" charset="-122"/>
              </a:rPr>
              <a:t>CLOCs网络主要面向应用对象为自动驾驶，陆地车辆的运动主要在近乎二维平面，运动相对稳定船舶则在更宽阔的三维空间中运动，会受到风、浪、流的影响，产生横摇（Roll）、纵摇（Pitch）、偏航等六自由度（6-DOF）的运动，这会给传感器的稳定性和安全性带来巨大挑战。需要对CLOCs网络进行改进以适应水面环境</a:t>
            </a:r>
          </a:p>
        </p:txBody>
      </p:sp>
      <p:sp>
        <p:nvSpPr>
          <p:cNvPr id="14" name="矩形: 圆角 13"/>
          <p:cNvSpPr/>
          <p:nvPr>
            <p:custDataLst>
              <p:tags r:id="rId3"/>
            </p:custDataLst>
          </p:nvPr>
        </p:nvSpPr>
        <p:spPr>
          <a:xfrm>
            <a:off x="552449" y="3861434"/>
            <a:ext cx="5643221" cy="2587624"/>
          </a:xfrm>
          <a:prstGeom prst="roundRect">
            <a:avLst>
              <a:gd name="adj" fmla="val 9082"/>
            </a:avLst>
          </a:prstGeom>
          <a:noFill/>
          <a:ln>
            <a:solidFill>
              <a:srgbClr val="004EA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custDataLst>
              <p:tags r:id="rId4"/>
            </p:custDataLst>
          </p:nvPr>
        </p:nvSpPr>
        <p:spPr>
          <a:xfrm>
            <a:off x="783259" y="4021405"/>
            <a:ext cx="5181600" cy="2261235"/>
          </a:xfrm>
          <a:prstGeom prst="rect">
            <a:avLst/>
          </a:prstGeom>
          <a:noFill/>
        </p:spPr>
        <p:txBody>
          <a:bodyPr wrap="square" rtlCol="0">
            <a:spAutoFit/>
          </a:bodyPr>
          <a:lstStyle/>
          <a:p>
            <a:pPr algn="ctr">
              <a:lnSpc>
                <a:spcPts val="2500"/>
              </a:lnSpc>
              <a:buClrTx/>
              <a:buSzTx/>
              <a:buFontTx/>
            </a:pPr>
            <a:r>
              <a:rPr lang="en-US" altLang="zh-CN" sz="2000" b="1">
                <a:latin typeface="微软雅黑" panose="020B0503020204020204" pitchFamily="34" charset="-122"/>
                <a:ea typeface="微软雅黑" panose="020B0503020204020204" pitchFamily="34" charset="-122"/>
                <a:cs typeface="微软雅黑" panose="020B0503020204020204" pitchFamily="34" charset="-122"/>
              </a:rPr>
              <a:t>网络优势</a:t>
            </a:r>
          </a:p>
          <a:p>
            <a:pPr algn="just">
              <a:lnSpc>
                <a:spcPts val="2500"/>
              </a:lnSpc>
              <a:buClrTx/>
              <a:buSzTx/>
              <a:buFontTx/>
            </a:pPr>
            <a:r>
              <a:rPr lang="en-US" altLang="zh-CN" sz="1600">
                <a:latin typeface="微软雅黑" panose="020B0503020204020204" pitchFamily="34" charset="-122"/>
                <a:ea typeface="微软雅黑" panose="020B0503020204020204" pitchFamily="34" charset="-122"/>
                <a:cs typeface="微软雅黑" panose="020B0503020204020204" pitchFamily="34" charset="-122"/>
              </a:rPr>
              <a:t>CLOCs框架的主要优势在于其高度的模块化和灵活性，能够与任何预训练的检测器即插即用地结合，且新增的计算开销极低。实验证明，该方法能够有效修正单一传感器的漏检与误检问题，显著提升了3D目标检测的整体性能，尤其在远距离稀疏点云场景下效果提升更为明显</a:t>
            </a:r>
          </a:p>
          <a:p>
            <a:endParaRPr lang="en-US" altLang="zh-CN" sz="160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6F00E28-C84D-4259-AE2F-22694FF510F0}"/>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6"/>
          <p:cNvSpPr txBox="1"/>
          <p:nvPr/>
        </p:nvSpPr>
        <p:spPr>
          <a:xfrm>
            <a:off x="360729" y="165509"/>
            <a:ext cx="10802571" cy="589380"/>
          </a:xfrm>
          <a:prstGeom prst="rect">
            <a:avLst/>
          </a:prstGeom>
          <a:noFill/>
        </p:spPr>
        <p:txBody>
          <a:bodyPr wrap="square" lIns="0" tIns="48000" rIns="0" bIns="48000" rtlCol="0">
            <a:spAutoFit/>
          </a:bodyPr>
          <a:lstStyle/>
          <a:p>
            <a:r>
              <a:rPr lang="en-US" altLang="zh-CN" sz="3200" b="1">
                <a:solidFill>
                  <a:srgbClr val="004EA2"/>
                </a:solidFill>
                <a:latin typeface="微软雅黑" panose="020B0503020204020204" pitchFamily="34" charset="-122"/>
                <a:ea typeface="微软雅黑" panose="020B0503020204020204" pitchFamily="34" charset="-122"/>
              </a:rPr>
              <a:t>2.4</a:t>
            </a:r>
            <a:r>
              <a:rPr lang="zh-CN" altLang="en-US" sz="3200" b="1">
                <a:solidFill>
                  <a:srgbClr val="004EA2"/>
                </a:solidFill>
                <a:latin typeface="微软雅黑" panose="020B0503020204020204" pitchFamily="34" charset="-122"/>
                <a:ea typeface="微软雅黑" panose="020B0503020204020204" pitchFamily="34" charset="-122"/>
              </a:rPr>
              <a:t>点云与可见光决策级融合目标检测算法研究</a:t>
            </a:r>
            <a:r>
              <a:rPr lang="en-US" altLang="zh-CN" b="1">
                <a:solidFill>
                  <a:schemeClr val="tx1">
                    <a:lumMod val="95000"/>
                    <a:lumOff val="5000"/>
                  </a:schemeClr>
                </a:solidFill>
                <a:latin typeface="微软雅黑" panose="020B0503020204020204" pitchFamily="34" charset="-122"/>
                <a:ea typeface="微软雅黑" panose="020B0503020204020204" pitchFamily="34" charset="-122"/>
              </a:rPr>
              <a:t>—</a:t>
            </a:r>
            <a:r>
              <a:rPr lang="zh-CN" altLang="en-US" b="1">
                <a:solidFill>
                  <a:schemeClr val="tx1">
                    <a:lumMod val="95000"/>
                    <a:lumOff val="5000"/>
                  </a:schemeClr>
                </a:solidFill>
                <a:latin typeface="微软雅黑" panose="020B0503020204020204" pitchFamily="34" charset="-122"/>
                <a:ea typeface="微软雅黑" panose="020B0503020204020204" pitchFamily="34" charset="-122"/>
              </a:rPr>
              <a:t>创新点</a:t>
            </a:r>
            <a:endParaRPr lang="zh-CN" altLang="en-US" sz="3200" b="1" dirty="0">
              <a:solidFill>
                <a:srgbClr val="004EA2"/>
              </a:solidFill>
              <a:latin typeface="微软雅黑" panose="020B0503020204020204" pitchFamily="34" charset="-122"/>
              <a:ea typeface="微软雅黑" panose="020B0503020204020204" pitchFamily="34" charset="-122"/>
            </a:endParaRPr>
          </a:p>
        </p:txBody>
      </p:sp>
      <p:sp>
        <p:nvSpPr>
          <p:cNvPr id="4" name="Rectangle: Rounded Corners 46"/>
          <p:cNvSpPr/>
          <p:nvPr>
            <p:custDataLst>
              <p:tags r:id="rId1"/>
            </p:custDataLst>
          </p:nvPr>
        </p:nvSpPr>
        <p:spPr>
          <a:xfrm>
            <a:off x="363918" y="1453515"/>
            <a:ext cx="3339402" cy="367200"/>
          </a:xfrm>
          <a:prstGeom prst="rect">
            <a:avLst/>
          </a:prstGeom>
          <a:solidFill>
            <a:srgbClr val="004EA2"/>
          </a:solidFill>
          <a:ln w="12700" cap="flat" cmpd="sng" algn="ctr">
            <a:noFill/>
            <a:prstDash val="solid"/>
            <a:miter lim="800000"/>
          </a:ln>
          <a:effectLst/>
        </p:spPr>
        <p:txBody>
          <a:bodyPr rtlCol="0" anchor="ctr">
            <a:noAutofit/>
          </a:bodyPr>
          <a:lstStyle/>
          <a:p>
            <a:pPr lvl="0" algn="l">
              <a:spcBef>
                <a:spcPts val="0"/>
              </a:spcBef>
              <a:spcAft>
                <a:spcPts val="0"/>
              </a:spcAft>
              <a:buClrTx/>
              <a:buSzTx/>
              <a:buFontTx/>
              <a:defRPr/>
            </a:pPr>
            <a:r>
              <a:rPr lang="zh-CN" altLang="en-US" b="1" kern="0">
                <a:solidFill>
                  <a:schemeClr val="bg1"/>
                </a:solidFill>
                <a:latin typeface="Arial" panose="020B0604020202020204"/>
                <a:ea typeface="微软雅黑" panose="020B0503020204020204" pitchFamily="34" charset="-122"/>
                <a:cs typeface="+mn-ea"/>
                <a:sym typeface="Arial" panose="020B0604020202020204"/>
              </a:rPr>
              <a:t>改进</a:t>
            </a:r>
            <a:r>
              <a:rPr lang="en-US" altLang="zh-CN" b="1" kern="0">
                <a:solidFill>
                  <a:schemeClr val="bg1"/>
                </a:solidFill>
                <a:latin typeface="Arial" panose="020B0604020202020204"/>
                <a:ea typeface="微软雅黑" panose="020B0503020204020204" pitchFamily="34" charset="-122"/>
                <a:cs typeface="+mn-ea"/>
                <a:sym typeface="Arial" panose="020B0604020202020204"/>
              </a:rPr>
              <a:t>1</a:t>
            </a:r>
            <a:r>
              <a:rPr lang="zh-CN" altLang="en-US" b="1" kern="0" noProof="0">
                <a:ln>
                  <a:noFill/>
                </a:ln>
                <a:solidFill>
                  <a:schemeClr val="bg1"/>
                </a:solidFill>
                <a:effectLst/>
                <a:uLnTx/>
                <a:uFillTx/>
                <a:latin typeface="Arial" panose="020B0604020202020204"/>
                <a:ea typeface="微软雅黑" panose="020B0503020204020204" pitchFamily="34" charset="-122"/>
                <a:cs typeface="+mn-ea"/>
                <a:sym typeface="Arial" panose="020B0604020202020204"/>
              </a:rPr>
              <a:t>：增加自我姿态估计网络</a:t>
            </a:r>
            <a:endParaRPr lang="zh-CN" altLang="en-US" b="1" kern="0" noProof="0" dirty="0">
              <a:ln>
                <a:noFill/>
              </a:ln>
              <a:solidFill>
                <a:schemeClr val="bg1"/>
              </a:solidFill>
              <a:effectLst/>
              <a:uLnTx/>
              <a:uFillTx/>
              <a:latin typeface="Arial" panose="020B0604020202020204"/>
              <a:ea typeface="微软雅黑" panose="020B0503020204020204" pitchFamily="34" charset="-122"/>
              <a:cs typeface="+mn-ea"/>
              <a:sym typeface="Arial" panose="020B0604020202020204"/>
            </a:endParaRPr>
          </a:p>
        </p:txBody>
      </p:sp>
      <p:sp>
        <p:nvSpPr>
          <p:cNvPr id="12" name="Rectangle: Rounded Corners 46"/>
          <p:cNvSpPr/>
          <p:nvPr>
            <p:custDataLst>
              <p:tags r:id="rId2"/>
            </p:custDataLst>
          </p:nvPr>
        </p:nvSpPr>
        <p:spPr>
          <a:xfrm>
            <a:off x="9667875" y="5164911"/>
            <a:ext cx="2163396" cy="378000"/>
          </a:xfrm>
          <a:prstGeom prst="rect">
            <a:avLst/>
          </a:prstGeom>
          <a:solidFill>
            <a:schemeClr val="accent6">
              <a:lumMod val="60000"/>
              <a:lumOff val="40000"/>
            </a:schemeClr>
          </a:solidFill>
          <a:ln w="12700" cap="flat" cmpd="sng" algn="ctr">
            <a:noFill/>
            <a:prstDash val="solid"/>
            <a:miter lim="800000"/>
          </a:ln>
          <a:effectLst/>
        </p:spPr>
        <p:txBody>
          <a:bodyPr rtlCol="0" anchor="ctr"/>
          <a:lstStyle/>
          <a:p>
            <a:pPr marL="0" marR="0" lvl="0" algn="l" defTabSz="914400" eaLnBrk="1" fontAlgn="auto" latinLnBrk="0" hangingPunct="1">
              <a:lnSpc>
                <a:spcPct val="100000"/>
              </a:lnSpc>
              <a:spcBef>
                <a:spcPts val="0"/>
              </a:spcBef>
              <a:spcAft>
                <a:spcPts val="0"/>
              </a:spcAft>
              <a:buClrTx/>
              <a:buSzTx/>
              <a:buFontTx/>
              <a:buNone/>
              <a:defRPr/>
            </a:pPr>
            <a:r>
              <a:rPr kumimoji="0" lang="zh-CN" altLang="en-US" b="1" i="0" u="none" strike="noStrike" kern="0" cap="none" spc="0" normalizeH="0" baseline="0" noProof="0">
                <a:ln>
                  <a:noFill/>
                </a:ln>
                <a:solidFill>
                  <a:schemeClr val="bg1"/>
                </a:solidFill>
                <a:effectLst/>
                <a:uLnTx/>
                <a:uFillTx/>
                <a:latin typeface="Arial" panose="020B0604020202020204"/>
                <a:ea typeface="微软雅黑" panose="020B0503020204020204" pitchFamily="34" charset="-122"/>
                <a:cs typeface="+mn-ea"/>
                <a:sym typeface="Arial" panose="020B0604020202020204"/>
              </a:rPr>
              <a:t>问题</a:t>
            </a:r>
            <a:r>
              <a:rPr kumimoji="0" lang="en-US" altLang="zh-CN" b="1" i="0" u="none" strike="noStrike" kern="0" cap="none" spc="0" normalizeH="0" baseline="0" noProof="0">
                <a:ln>
                  <a:noFill/>
                </a:ln>
                <a:solidFill>
                  <a:schemeClr val="bg1"/>
                </a:solidFill>
                <a:effectLst/>
                <a:uLnTx/>
                <a:uFillTx/>
                <a:latin typeface="Arial" panose="020B0604020202020204"/>
                <a:ea typeface="微软雅黑" panose="020B0503020204020204" pitchFamily="34" charset="-122"/>
                <a:cs typeface="+mn-ea"/>
                <a:sym typeface="Arial" panose="020B0604020202020204"/>
              </a:rPr>
              <a:t>3</a:t>
            </a:r>
            <a:r>
              <a:rPr kumimoji="0" lang="zh-CN" altLang="en-US" b="1" i="0" u="none" strike="noStrike" kern="0" cap="none" spc="0" normalizeH="0" baseline="0" noProof="0">
                <a:ln>
                  <a:noFill/>
                </a:ln>
                <a:solidFill>
                  <a:schemeClr val="bg1"/>
                </a:solidFill>
                <a:effectLst/>
                <a:uLnTx/>
                <a:uFillTx/>
                <a:latin typeface="Arial" panose="020B0604020202020204"/>
                <a:ea typeface="微软雅黑" panose="020B0503020204020204" pitchFamily="34" charset="-122"/>
                <a:cs typeface="+mn-ea"/>
                <a:sym typeface="Arial" panose="020B0604020202020204"/>
              </a:rPr>
              <a:t>：传感器失效</a:t>
            </a:r>
            <a:endParaRPr kumimoji="0" lang="zh-CN" altLang="en-US" b="1" i="0" u="none" strike="noStrike" kern="0" cap="none" spc="0" normalizeH="0" baseline="0" noProof="0" dirty="0">
              <a:ln>
                <a:noFill/>
              </a:ln>
              <a:solidFill>
                <a:schemeClr val="bg1"/>
              </a:solidFill>
              <a:effectLst/>
              <a:uLnTx/>
              <a:uFillTx/>
              <a:latin typeface="Arial" panose="020B0604020202020204"/>
              <a:ea typeface="微软雅黑" panose="020B0503020204020204" pitchFamily="34" charset="-122"/>
              <a:cs typeface="+mn-ea"/>
              <a:sym typeface="Arial" panose="020B0604020202020204"/>
            </a:endParaRPr>
          </a:p>
        </p:txBody>
      </p:sp>
      <p:sp>
        <p:nvSpPr>
          <p:cNvPr id="13" name="Rectangle: Rounded Corners 46"/>
          <p:cNvSpPr/>
          <p:nvPr>
            <p:custDataLst>
              <p:tags r:id="rId3"/>
            </p:custDataLst>
          </p:nvPr>
        </p:nvSpPr>
        <p:spPr>
          <a:xfrm>
            <a:off x="360729" y="5175706"/>
            <a:ext cx="2376000" cy="367200"/>
          </a:xfrm>
          <a:prstGeom prst="rect">
            <a:avLst/>
          </a:prstGeom>
          <a:solidFill>
            <a:schemeClr val="accent6">
              <a:lumMod val="60000"/>
              <a:lumOff val="40000"/>
            </a:schemeClr>
          </a:solidFill>
          <a:ln w="12700" cap="flat" cmpd="sng" algn="ctr">
            <a:noFill/>
            <a:prstDash val="solid"/>
            <a:miter lim="800000"/>
          </a:ln>
          <a:effectLst/>
        </p:spPr>
        <p:txBody>
          <a:bodyPr rtlCol="0" anchor="ct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b="1" i="0" u="none" strike="noStrike" kern="0" cap="none" spc="0" normalizeH="0" baseline="0" noProof="0" dirty="0">
                <a:ln>
                  <a:noFill/>
                </a:ln>
                <a:solidFill>
                  <a:schemeClr val="bg1"/>
                </a:solidFill>
                <a:effectLst/>
                <a:uLnTx/>
                <a:uFillTx/>
                <a:latin typeface="Arial" panose="020B0604020202020204"/>
                <a:ea typeface="微软雅黑" panose="020B0503020204020204" pitchFamily="34" charset="-122"/>
                <a:cs typeface="+mn-ea"/>
                <a:sym typeface="Arial" panose="020B0604020202020204"/>
              </a:rPr>
              <a:t>问题</a:t>
            </a:r>
            <a:r>
              <a:rPr kumimoji="0" lang="zh-CN" altLang="en-US" b="1" i="0" u="none" strike="noStrike" kern="0" cap="none" spc="0" normalizeH="0" baseline="0" noProof="0">
                <a:ln>
                  <a:noFill/>
                </a:ln>
                <a:solidFill>
                  <a:schemeClr val="bg1"/>
                </a:solidFill>
                <a:effectLst/>
                <a:uLnTx/>
                <a:uFillTx/>
                <a:latin typeface="Arial" panose="020B0604020202020204"/>
                <a:ea typeface="微软雅黑" panose="020B0503020204020204" pitchFamily="34" charset="-122"/>
                <a:cs typeface="+mn-ea"/>
                <a:sym typeface="Arial" panose="020B0604020202020204"/>
              </a:rPr>
              <a:t>1：水面环境影响</a:t>
            </a:r>
            <a:endParaRPr kumimoji="0" lang="zh-CN" altLang="en-US" b="1" i="0" u="none" strike="noStrike" kern="0" cap="none" spc="0" normalizeH="0" baseline="0" noProof="0" dirty="0">
              <a:ln>
                <a:noFill/>
              </a:ln>
              <a:solidFill>
                <a:schemeClr val="bg1"/>
              </a:solidFill>
              <a:effectLst/>
              <a:uLnTx/>
              <a:uFillTx/>
              <a:latin typeface="Arial" panose="020B0604020202020204"/>
              <a:ea typeface="微软雅黑" panose="020B0503020204020204" pitchFamily="34" charset="-122"/>
              <a:cs typeface="+mn-ea"/>
              <a:sym typeface="Arial" panose="020B0604020202020204"/>
            </a:endParaRPr>
          </a:p>
        </p:txBody>
      </p:sp>
      <p:sp>
        <p:nvSpPr>
          <p:cNvPr id="14" name="Rectangle: Rounded Corners 46"/>
          <p:cNvSpPr/>
          <p:nvPr>
            <p:custDataLst>
              <p:tags r:id="rId4"/>
            </p:custDataLst>
          </p:nvPr>
        </p:nvSpPr>
        <p:spPr>
          <a:xfrm>
            <a:off x="8999220" y="1459060"/>
            <a:ext cx="2832051" cy="367200"/>
          </a:xfrm>
          <a:prstGeom prst="rect">
            <a:avLst/>
          </a:prstGeom>
          <a:solidFill>
            <a:srgbClr val="004EA2"/>
          </a:solidFill>
          <a:ln w="12700" cap="flat" cmpd="sng" algn="ctr">
            <a:noFill/>
            <a:prstDash val="solid"/>
            <a:miter lim="800000"/>
          </a:ln>
          <a:effectLst/>
        </p:spPr>
        <p:txBody>
          <a:bodyPr rtlCol="0" anchor="ct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b="1" i="0" u="none" strike="noStrike" kern="0" cap="none" spc="0" normalizeH="0" baseline="0" noProof="0">
                <a:ln>
                  <a:noFill/>
                </a:ln>
                <a:solidFill>
                  <a:schemeClr val="bg1"/>
                </a:solidFill>
                <a:effectLst/>
                <a:uLnTx/>
                <a:uFillTx/>
                <a:latin typeface="Arial" panose="020B0604020202020204"/>
                <a:ea typeface="微软雅黑" panose="020B0503020204020204" pitchFamily="34" charset="-122"/>
                <a:cs typeface="+mn-ea"/>
                <a:sym typeface="Arial" panose="020B0604020202020204"/>
              </a:rPr>
              <a:t>改进</a:t>
            </a:r>
            <a:r>
              <a:rPr kumimoji="0" lang="en-US" altLang="zh-CN" b="1" i="0" u="none" strike="noStrike" kern="0" cap="none" spc="0" normalizeH="0" baseline="0" noProof="0">
                <a:ln>
                  <a:noFill/>
                </a:ln>
                <a:solidFill>
                  <a:schemeClr val="bg1"/>
                </a:solidFill>
                <a:effectLst/>
                <a:uLnTx/>
                <a:uFillTx/>
                <a:latin typeface="Arial" panose="020B0604020202020204"/>
                <a:ea typeface="微软雅黑" panose="020B0503020204020204" pitchFamily="34" charset="-122"/>
                <a:cs typeface="+mn-ea"/>
                <a:sym typeface="Arial" panose="020B0604020202020204"/>
              </a:rPr>
              <a:t>3</a:t>
            </a:r>
            <a:r>
              <a:rPr kumimoji="0" lang="zh-CN" altLang="en-US" b="1" i="0" u="none" strike="noStrike" kern="0" cap="none" spc="0" normalizeH="0" baseline="0" noProof="0">
                <a:ln>
                  <a:noFill/>
                </a:ln>
                <a:solidFill>
                  <a:schemeClr val="bg1"/>
                </a:solidFill>
                <a:effectLst/>
                <a:uLnTx/>
                <a:uFillTx/>
                <a:latin typeface="Arial" panose="020B0604020202020204"/>
                <a:ea typeface="微软雅黑" panose="020B0503020204020204" pitchFamily="34" charset="-122"/>
                <a:cs typeface="+mn-ea"/>
                <a:sym typeface="Arial" panose="020B0604020202020204"/>
              </a:rPr>
              <a:t>：增加故障诊断网络</a:t>
            </a:r>
            <a:endParaRPr kumimoji="0" lang="zh-CN" altLang="en-US" b="0" i="0" u="none" strike="noStrike" kern="0" cap="none" spc="0" normalizeH="0" baseline="0" noProof="0" dirty="0">
              <a:ln>
                <a:noFill/>
              </a:ln>
              <a:solidFill>
                <a:schemeClr val="bg1"/>
              </a:solidFill>
              <a:effectLst/>
              <a:uLnTx/>
              <a:uFillTx/>
              <a:latin typeface="Arial" panose="020B0604020202020204"/>
              <a:ea typeface="微软雅黑" panose="020B0503020204020204" pitchFamily="34" charset="-122"/>
              <a:cs typeface="+mn-ea"/>
              <a:sym typeface="Arial" panose="020B0604020202020204"/>
            </a:endParaRPr>
          </a:p>
        </p:txBody>
      </p:sp>
      <p:sp>
        <p:nvSpPr>
          <p:cNvPr id="15" name="文本框 14"/>
          <p:cNvSpPr txBox="1"/>
          <p:nvPr>
            <p:custDataLst>
              <p:tags r:id="rId5"/>
            </p:custDataLst>
          </p:nvPr>
        </p:nvSpPr>
        <p:spPr>
          <a:xfrm>
            <a:off x="282570" y="5542906"/>
            <a:ext cx="3633470" cy="737235"/>
          </a:xfrm>
          <a:prstGeom prst="rect">
            <a:avLst/>
          </a:prstGeom>
          <a:noFill/>
        </p:spPr>
        <p:txBody>
          <a:bodyPr wrap="square" rtlCol="0">
            <a:spAutoFit/>
          </a:bodyPr>
          <a:lstStyle/>
          <a:p>
            <a:pPr algn="just">
              <a:lnSpc>
                <a:spcPct val="150000"/>
              </a:lnSpc>
              <a:buClrTx/>
              <a:buSzTx/>
              <a:buFontTx/>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船舶受到风浪影响导致剧烈摆动可能影响标定的外参矩阵准确性</a:t>
            </a:r>
          </a:p>
        </p:txBody>
      </p:sp>
      <p:sp>
        <p:nvSpPr>
          <p:cNvPr id="16" name="文本框 15"/>
          <p:cNvSpPr txBox="1"/>
          <p:nvPr/>
        </p:nvSpPr>
        <p:spPr>
          <a:xfrm>
            <a:off x="4376862" y="5618892"/>
            <a:ext cx="3501389" cy="1060450"/>
          </a:xfrm>
          <a:prstGeom prst="rect">
            <a:avLst/>
          </a:prstGeom>
          <a:noFill/>
        </p:spPr>
        <p:txBody>
          <a:bodyPr wrap="square" rtlCol="0" anchor="t">
            <a:spAutoFit/>
          </a:bodyPr>
          <a:lstStyle/>
          <a:p>
            <a:pPr algn="just">
              <a:lnSpc>
                <a:spcPct val="150000"/>
              </a:lnSpc>
              <a:buClrTx/>
              <a:buSzTx/>
              <a:buFontTx/>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船舶在实际航行时会出现提前避碰动作以远离大型船只的情景，此时与其他船只距离通常大于Lidar作用距离</a:t>
            </a:r>
          </a:p>
        </p:txBody>
      </p:sp>
      <p:sp>
        <p:nvSpPr>
          <p:cNvPr id="17" name="文本框 16"/>
          <p:cNvSpPr txBox="1"/>
          <p:nvPr>
            <p:custDataLst>
              <p:tags r:id="rId6"/>
            </p:custDataLst>
          </p:nvPr>
        </p:nvSpPr>
        <p:spPr>
          <a:xfrm>
            <a:off x="282570" y="1817069"/>
            <a:ext cx="3885626" cy="2030095"/>
          </a:xfrm>
          <a:prstGeom prst="rect">
            <a:avLst/>
          </a:prstGeom>
          <a:noFill/>
        </p:spPr>
        <p:txBody>
          <a:bodyPr wrap="square" rtlCol="0" anchor="t">
            <a:spAutoFit/>
          </a:bodyPr>
          <a:lstStyle/>
          <a:p>
            <a:pPr indent="0" algn="just" fontAlgn="auto">
              <a:lnSpc>
                <a:spcPct val="150000"/>
              </a:lnSpc>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在单模态检测分支外，集成一个并行的动态自我姿态估计子网络。该网络作为一个独立的回归模块，接收连续时间戳的数据帧，包括图像序列和点云序列。在每一帧，子网络对比前一帧的变换。该变换用于实时校准静态外参，生成一个当前帧专属的动态投影矩阵</a:t>
            </a:r>
          </a:p>
        </p:txBody>
      </p:sp>
      <p:sp>
        <p:nvSpPr>
          <p:cNvPr id="18" name="文本框 17"/>
          <p:cNvSpPr txBox="1"/>
          <p:nvPr/>
        </p:nvSpPr>
        <p:spPr>
          <a:xfrm>
            <a:off x="8077640" y="1837025"/>
            <a:ext cx="4001329" cy="2999740"/>
          </a:xfrm>
          <a:prstGeom prst="rect">
            <a:avLst/>
          </a:prstGeom>
          <a:noFill/>
        </p:spPr>
        <p:txBody>
          <a:bodyPr wrap="square" rtlCol="0" anchor="t">
            <a:spAutoFit/>
          </a:bodyPr>
          <a:lstStyle/>
          <a:p>
            <a:pPr algn="just">
              <a:lnSpc>
                <a:spcPct val="150000"/>
              </a:lnSpc>
              <a:buClrTx/>
              <a:buSzTx/>
              <a:buFontTx/>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在点云和可见光检测网络外加入一个并行且可利用检测器中间层数据特征的一体化故障诊断网络，使用全局平均池化和全连接网络来分别压缩来自图像和点云的特征图，将其编码为低维的向量。该网络的最终输出是两个标量值：图像可信度权重    </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和点云可信度权重</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  和    </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作为一种内部的可微分门控信号，直接作用于主任务分支的融合层。通过判断传感器是否存在故障，动态调整对应权重值以保证结果的可靠性</a:t>
            </a:r>
          </a:p>
        </p:txBody>
      </p:sp>
      <p:grpSp>
        <p:nvGrpSpPr>
          <p:cNvPr id="41" name="组合 40"/>
          <p:cNvGrpSpPr/>
          <p:nvPr/>
        </p:nvGrpSpPr>
        <p:grpSpPr>
          <a:xfrm>
            <a:off x="5170804" y="2690178"/>
            <a:ext cx="1675765" cy="2193924"/>
            <a:chOff x="5139911" y="2606897"/>
            <a:chExt cx="1675765" cy="2193924"/>
          </a:xfrm>
        </p:grpSpPr>
        <p:sp>
          <p:nvSpPr>
            <p:cNvPr id="37" name="矩形: 圆角 36"/>
            <p:cNvSpPr/>
            <p:nvPr/>
          </p:nvSpPr>
          <p:spPr>
            <a:xfrm rot="2751162">
              <a:off x="5139911" y="3125056"/>
              <a:ext cx="1675765" cy="1675765"/>
            </a:xfrm>
            <a:prstGeom prst="roundRect">
              <a:avLst/>
            </a:prstGeom>
            <a:solidFill>
              <a:schemeClr val="accent6">
                <a:lumMod val="60000"/>
                <a:lumOff val="4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圆角 35"/>
            <p:cNvSpPr/>
            <p:nvPr/>
          </p:nvSpPr>
          <p:spPr>
            <a:xfrm rot="2751162">
              <a:off x="5139911" y="2606897"/>
              <a:ext cx="1675765" cy="1675765"/>
            </a:xfrm>
            <a:prstGeom prst="roundRect">
              <a:avLst/>
            </a:prstGeom>
            <a:solidFill>
              <a:srgbClr val="004EA2"/>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p:cNvGrpSpPr/>
            <p:nvPr/>
          </p:nvGrpSpPr>
          <p:grpSpPr>
            <a:xfrm>
              <a:off x="5433279" y="2821535"/>
              <a:ext cx="1104900" cy="1255165"/>
              <a:chOff x="12028170" y="5188745"/>
              <a:chExt cx="1104900" cy="1255165"/>
            </a:xfrm>
          </p:grpSpPr>
          <p:sp>
            <p:nvSpPr>
              <p:cNvPr id="32" name="上箭头 6"/>
              <p:cNvSpPr/>
              <p:nvPr>
                <p:custDataLst>
                  <p:tags r:id="rId11"/>
                </p:custDataLst>
              </p:nvPr>
            </p:nvSpPr>
            <p:spPr>
              <a:xfrm>
                <a:off x="12348210" y="5561895"/>
                <a:ext cx="465455" cy="542290"/>
              </a:xfrm>
              <a:prstGeom prst="upArrow">
                <a:avLst/>
              </a:prstGeom>
              <a:gradFill flip="none">
                <a:gsLst>
                  <a:gs pos="0">
                    <a:schemeClr val="bg2">
                      <a:alpha val="0"/>
                    </a:schemeClr>
                  </a:gs>
                  <a:gs pos="100000">
                    <a:schemeClr val="bg1">
                      <a:lumMod val="0"/>
                      <a:lumOff val="100000"/>
                      <a:alpha val="100000"/>
                    </a:schemeClr>
                  </a:gs>
                </a:gsLst>
                <a:lin ang="16200000" scaled="0"/>
              </a:gradFill>
              <a:effectLst/>
            </p:spPr>
            <p:txBody>
              <a:bodyPr wrap="square" lIns="0" tIns="0" rIns="0" bIns="0" rtlCol="0" anchor="t" anchorCtr="1">
                <a:noAutofit/>
              </a:bodyPr>
              <a:lstStyle/>
              <a:p>
                <a:pPr algn="ctr">
                  <a:lnSpc>
                    <a:spcPct val="150000"/>
                  </a:lnSpc>
                  <a:spcBef>
                    <a:spcPct val="0"/>
                  </a:spcBef>
                  <a:spcAft>
                    <a:spcPct val="0"/>
                  </a:spcAft>
                </a:pPr>
                <a:endParaRPr lang="zh-CN" altLang="en-US" sz="3200" b="1" dirty="0">
                  <a:solidFill>
                    <a:srgbClr val="C00000"/>
                  </a:solidFill>
                  <a:latin typeface="Arial" panose="020B0604020202020204" pitchFamily="34" charset="0"/>
                  <a:ea typeface="微软雅黑" panose="020B0503020204020204" pitchFamily="34" charset="-122"/>
                  <a:sym typeface="+mn-ea"/>
                </a:endParaRPr>
              </a:p>
            </p:txBody>
          </p:sp>
          <p:sp>
            <p:nvSpPr>
              <p:cNvPr id="33" name="文本框 32"/>
              <p:cNvSpPr txBox="1"/>
              <p:nvPr>
                <p:custDataLst>
                  <p:tags r:id="rId12"/>
                </p:custDataLst>
              </p:nvPr>
            </p:nvSpPr>
            <p:spPr>
              <a:xfrm>
                <a:off x="12028170" y="6075610"/>
                <a:ext cx="1104900" cy="368300"/>
              </a:xfrm>
              <a:prstGeom prst="rect">
                <a:avLst/>
              </a:prstGeom>
              <a:noFill/>
            </p:spPr>
            <p:txBody>
              <a:bodyPr wrap="square" rtlCol="0">
                <a:spAutoFit/>
              </a:bodyPr>
              <a:lstStyle/>
              <a:p>
                <a:r>
                  <a:rPr lang="zh-CN" altLang="en-US" b="1">
                    <a:solidFill>
                      <a:schemeClr val="bg1"/>
                    </a:solidFill>
                  </a:rPr>
                  <a:t>不足之处</a:t>
                </a:r>
              </a:p>
            </p:txBody>
          </p:sp>
          <p:sp>
            <p:nvSpPr>
              <p:cNvPr id="34" name="文本框 33"/>
              <p:cNvSpPr txBox="1"/>
              <p:nvPr>
                <p:custDataLst>
                  <p:tags r:id="rId13"/>
                </p:custDataLst>
              </p:nvPr>
            </p:nvSpPr>
            <p:spPr>
              <a:xfrm>
                <a:off x="12028170" y="5188745"/>
                <a:ext cx="1104900" cy="368300"/>
              </a:xfrm>
              <a:prstGeom prst="rect">
                <a:avLst/>
              </a:prstGeom>
              <a:noFill/>
            </p:spPr>
            <p:txBody>
              <a:bodyPr wrap="square" rtlCol="0">
                <a:spAutoFit/>
              </a:bodyPr>
              <a:lstStyle/>
              <a:p>
                <a:r>
                  <a:rPr lang="zh-CN" altLang="en-US" b="1">
                    <a:solidFill>
                      <a:schemeClr val="bg1"/>
                    </a:solidFill>
                  </a:rPr>
                  <a:t>改进措施</a:t>
                </a:r>
              </a:p>
            </p:txBody>
          </p:sp>
        </p:grpSp>
      </p:grpSp>
      <p:sp>
        <p:nvSpPr>
          <p:cNvPr id="40" name="Rectangle: Rounded Corners 46"/>
          <p:cNvSpPr/>
          <p:nvPr>
            <p:custDataLst>
              <p:tags r:id="rId7"/>
            </p:custDataLst>
          </p:nvPr>
        </p:nvSpPr>
        <p:spPr>
          <a:xfrm>
            <a:off x="5023783" y="5202376"/>
            <a:ext cx="1970230" cy="378000"/>
          </a:xfrm>
          <a:prstGeom prst="rect">
            <a:avLst/>
          </a:prstGeom>
          <a:solidFill>
            <a:schemeClr val="accent6">
              <a:lumMod val="60000"/>
              <a:lumOff val="40000"/>
            </a:schemeClr>
          </a:solidFill>
          <a:ln w="12700" cap="flat" cmpd="sng" algn="ctr">
            <a:noFill/>
            <a:prstDash val="solid"/>
            <a:miter lim="800000"/>
          </a:ln>
          <a:effectLst/>
        </p:spPr>
        <p:txBody>
          <a:bodyPr rtlCol="0" anchor="ctr"/>
          <a:lstStyle/>
          <a:p>
            <a:pPr marL="0" marR="0" lvl="0" algn="l" defTabSz="914400" eaLnBrk="1" fontAlgn="auto" latinLnBrk="0" hangingPunct="1">
              <a:lnSpc>
                <a:spcPct val="100000"/>
              </a:lnSpc>
              <a:spcBef>
                <a:spcPts val="0"/>
              </a:spcBef>
              <a:spcAft>
                <a:spcPts val="0"/>
              </a:spcAft>
              <a:buClrTx/>
              <a:buSzTx/>
              <a:buFontTx/>
              <a:buNone/>
              <a:defRPr/>
            </a:pPr>
            <a:r>
              <a:rPr kumimoji="0" lang="zh-CN" altLang="en-US" b="1" i="0" u="none" strike="noStrike" kern="0" cap="none" spc="0" normalizeH="0" baseline="0" noProof="0">
                <a:ln>
                  <a:noFill/>
                </a:ln>
                <a:solidFill>
                  <a:schemeClr val="bg1"/>
                </a:solidFill>
                <a:effectLst/>
                <a:uLnTx/>
                <a:uFillTx/>
                <a:latin typeface="Arial" panose="020B0604020202020204"/>
                <a:ea typeface="微软雅黑" panose="020B0503020204020204" pitchFamily="34" charset="-122"/>
                <a:cs typeface="+mn-ea"/>
                <a:sym typeface="Arial" panose="020B0604020202020204"/>
              </a:rPr>
              <a:t>问题</a:t>
            </a:r>
            <a:r>
              <a:rPr kumimoji="0" lang="en-US" altLang="zh-CN" b="1" i="0" u="none" strike="noStrike" kern="0" cap="none" spc="0" normalizeH="0" baseline="0" noProof="0">
                <a:ln>
                  <a:noFill/>
                </a:ln>
                <a:solidFill>
                  <a:schemeClr val="bg1"/>
                </a:solidFill>
                <a:effectLst/>
                <a:uLnTx/>
                <a:uFillTx/>
                <a:latin typeface="Arial" panose="020B0604020202020204"/>
                <a:ea typeface="微软雅黑" panose="020B0503020204020204" pitchFamily="34" charset="-122"/>
                <a:cs typeface="+mn-ea"/>
                <a:sym typeface="Arial" panose="020B0604020202020204"/>
              </a:rPr>
              <a:t>2</a:t>
            </a:r>
            <a:r>
              <a:rPr kumimoji="0" lang="zh-CN" altLang="en-US" b="1" i="0" u="none" strike="noStrike" kern="0" cap="none" spc="0" normalizeH="0" baseline="0" noProof="0">
                <a:ln>
                  <a:noFill/>
                </a:ln>
                <a:solidFill>
                  <a:schemeClr val="bg1"/>
                </a:solidFill>
                <a:effectLst/>
                <a:uLnTx/>
                <a:uFillTx/>
                <a:latin typeface="Arial" panose="020B0604020202020204"/>
                <a:ea typeface="微软雅黑" panose="020B0503020204020204" pitchFamily="34" charset="-122"/>
                <a:cs typeface="+mn-ea"/>
                <a:sym typeface="Arial" panose="020B0604020202020204"/>
              </a:rPr>
              <a:t>：特殊场景</a:t>
            </a:r>
            <a:endParaRPr kumimoji="0" lang="zh-CN" altLang="en-US" b="1" i="0" u="none" strike="noStrike" kern="0" cap="none" spc="0" normalizeH="0" baseline="0" noProof="0" dirty="0">
              <a:ln>
                <a:noFill/>
              </a:ln>
              <a:solidFill>
                <a:schemeClr val="bg1"/>
              </a:solidFill>
              <a:effectLst/>
              <a:uLnTx/>
              <a:uFillTx/>
              <a:latin typeface="Arial" panose="020B0604020202020204"/>
              <a:ea typeface="微软雅黑" panose="020B0503020204020204" pitchFamily="34" charset="-122"/>
              <a:cs typeface="+mn-ea"/>
              <a:sym typeface="Arial" panose="020B0604020202020204"/>
            </a:endParaRPr>
          </a:p>
        </p:txBody>
      </p:sp>
      <p:sp>
        <p:nvSpPr>
          <p:cNvPr id="42" name="文本框 41"/>
          <p:cNvSpPr txBox="1"/>
          <p:nvPr>
            <p:custDataLst>
              <p:tags r:id="rId8"/>
            </p:custDataLst>
          </p:nvPr>
        </p:nvSpPr>
        <p:spPr>
          <a:xfrm>
            <a:off x="8445500" y="5495806"/>
            <a:ext cx="3633470" cy="1060450"/>
          </a:xfrm>
          <a:prstGeom prst="rect">
            <a:avLst/>
          </a:prstGeom>
          <a:noFill/>
        </p:spPr>
        <p:txBody>
          <a:bodyPr wrap="square" rtlCol="0">
            <a:spAutoFit/>
          </a:bodyPr>
          <a:lstStyle/>
          <a:p>
            <a:pPr algn="just">
              <a:lnSpc>
                <a:spcPct val="150000"/>
              </a:lnSpc>
              <a:buClrTx/>
              <a:buSzTx/>
              <a:buFontTx/>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传感器工作时可能由于外界环境变化（如水雾、灰尘等污染）或自身设备故障导致某单一模态检测失效</a:t>
            </a:r>
          </a:p>
        </p:txBody>
      </p:sp>
      <p:sp>
        <p:nvSpPr>
          <p:cNvPr id="79" name="Rectangle: Rounded Corners 46"/>
          <p:cNvSpPr/>
          <p:nvPr>
            <p:custDataLst>
              <p:tags r:id="rId9"/>
            </p:custDataLst>
          </p:nvPr>
        </p:nvSpPr>
        <p:spPr>
          <a:xfrm>
            <a:off x="4482860" y="751046"/>
            <a:ext cx="3335863" cy="367200"/>
          </a:xfrm>
          <a:prstGeom prst="rect">
            <a:avLst/>
          </a:prstGeom>
          <a:solidFill>
            <a:srgbClr val="004EA2"/>
          </a:solidFill>
          <a:ln w="12700" cap="flat" cmpd="sng" algn="ctr">
            <a:noFill/>
            <a:prstDash val="solid"/>
            <a:miter lim="800000"/>
          </a:ln>
          <a:effectLst/>
        </p:spPr>
        <p:txBody>
          <a:bodyPr rtlCol="0" anchor="ct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b="1" i="0" u="none" strike="noStrike" kern="0" cap="none" spc="0" normalizeH="0" baseline="0" noProof="0">
                <a:ln>
                  <a:noFill/>
                </a:ln>
                <a:solidFill>
                  <a:schemeClr val="bg1"/>
                </a:solidFill>
                <a:effectLst/>
                <a:uLnTx/>
                <a:uFillTx/>
                <a:latin typeface="Arial" panose="020B0604020202020204"/>
                <a:ea typeface="微软雅黑" panose="020B0503020204020204" pitchFamily="34" charset="-122"/>
                <a:cs typeface="+mn-ea"/>
                <a:sym typeface="Arial" panose="020B0604020202020204"/>
              </a:rPr>
              <a:t>改进</a:t>
            </a:r>
            <a:r>
              <a:rPr kumimoji="0" lang="en-US" altLang="zh-CN" b="1" i="0" u="none" strike="noStrike" kern="0" cap="none" spc="0" normalizeH="0" baseline="0" noProof="0">
                <a:ln>
                  <a:noFill/>
                </a:ln>
                <a:solidFill>
                  <a:schemeClr val="bg1"/>
                </a:solidFill>
                <a:effectLst/>
                <a:uLnTx/>
                <a:uFillTx/>
                <a:latin typeface="Arial" panose="020B0604020202020204"/>
                <a:ea typeface="微软雅黑" panose="020B0503020204020204" pitchFamily="34" charset="-122"/>
                <a:cs typeface="+mn-ea"/>
                <a:sym typeface="Arial" panose="020B0604020202020204"/>
              </a:rPr>
              <a:t>2</a:t>
            </a:r>
            <a:r>
              <a:rPr kumimoji="0" lang="zh-CN" altLang="en-US" b="1" i="0" u="none" strike="noStrike" kern="0" cap="none" spc="0" normalizeH="0" baseline="0" noProof="0">
                <a:ln>
                  <a:noFill/>
                </a:ln>
                <a:solidFill>
                  <a:schemeClr val="bg1"/>
                </a:solidFill>
                <a:effectLst/>
                <a:uLnTx/>
                <a:uFillTx/>
                <a:latin typeface="Arial" panose="020B0604020202020204"/>
                <a:ea typeface="微软雅黑" panose="020B0503020204020204" pitchFamily="34" charset="-122"/>
                <a:cs typeface="+mn-ea"/>
                <a:sym typeface="Arial" panose="020B0604020202020204"/>
              </a:rPr>
              <a:t>：引入跨模态注意力机制</a:t>
            </a:r>
            <a:endParaRPr kumimoji="0" lang="zh-CN" altLang="en-US" b="0" i="0" u="none" strike="noStrike" kern="0" cap="none" spc="0" normalizeH="0" baseline="0" noProof="0" dirty="0">
              <a:ln>
                <a:noFill/>
              </a:ln>
              <a:solidFill>
                <a:schemeClr val="bg1"/>
              </a:solidFill>
              <a:effectLst/>
              <a:uLnTx/>
              <a:uFillTx/>
              <a:latin typeface="Arial" panose="020B0604020202020204"/>
              <a:ea typeface="微软雅黑" panose="020B0503020204020204" pitchFamily="34" charset="-122"/>
              <a:cs typeface="+mn-ea"/>
              <a:sym typeface="Arial" panose="020B0604020202020204"/>
            </a:endParaRPr>
          </a:p>
        </p:txBody>
      </p:sp>
      <p:sp>
        <p:nvSpPr>
          <p:cNvPr id="81" name="文本框 80"/>
          <p:cNvSpPr txBox="1"/>
          <p:nvPr>
            <p:custDataLst>
              <p:tags r:id="rId10"/>
            </p:custDataLst>
          </p:nvPr>
        </p:nvSpPr>
        <p:spPr>
          <a:xfrm>
            <a:off x="4487600" y="1089820"/>
            <a:ext cx="3390655" cy="1383665"/>
          </a:xfrm>
          <a:prstGeom prst="rect">
            <a:avLst/>
          </a:prstGeom>
          <a:noFill/>
        </p:spPr>
        <p:txBody>
          <a:bodyPr wrap="square" rtlCol="0" anchor="t">
            <a:spAutoFit/>
          </a:bodyPr>
          <a:lstStyle/>
          <a:p>
            <a:pPr algn="just" fontAlgn="auto">
              <a:lnSpc>
                <a:spcPct val="150000"/>
              </a:lnSpc>
              <a:buClrTx/>
              <a:buSzTx/>
              <a:buFontTx/>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在融合网络前加入一个小型Transformer网络，将原始单模态置信度升级成经过交叉验证的更符合实际场景的置信度，从而提升决策融合的鲁棒性和准确性</a:t>
            </a:r>
          </a:p>
        </p:txBody>
      </p:sp>
      <p:graphicFrame>
        <p:nvGraphicFramePr>
          <p:cNvPr id="84" name="对象 83"/>
          <p:cNvGraphicFramePr>
            <a:graphicFrameLocks noChangeAspect="1"/>
          </p:cNvGraphicFramePr>
          <p:nvPr/>
        </p:nvGraphicFramePr>
        <p:xfrm>
          <a:off x="8361045" y="3566891"/>
          <a:ext cx="279400" cy="228600"/>
        </p:xfrm>
        <a:graphic>
          <a:graphicData uri="http://schemas.openxmlformats.org/presentationml/2006/ole">
            <mc:AlternateContent xmlns:mc="http://schemas.openxmlformats.org/markup-compatibility/2006">
              <mc:Choice xmlns:v="urn:schemas-microsoft-com:vml" Requires="v">
                <p:oleObj name="Equation" r:id="rId16" imgW="6705600" imgH="5486400" progId="Equation.DSMT4">
                  <p:embed/>
                </p:oleObj>
              </mc:Choice>
              <mc:Fallback>
                <p:oleObj name="Equation" r:id="rId16" imgW="6705600" imgH="5486400" progId="Equation.DSMT4">
                  <p:embed/>
                  <p:pic>
                    <p:nvPicPr>
                      <p:cNvPr id="84" name="对象 83"/>
                      <p:cNvPicPr/>
                      <p:nvPr/>
                    </p:nvPicPr>
                    <p:blipFill>
                      <a:blip r:embed="rId17"/>
                      <a:stretch>
                        <a:fillRect/>
                      </a:stretch>
                    </p:blipFill>
                    <p:spPr>
                      <a:xfrm>
                        <a:off x="8361045" y="3566891"/>
                        <a:ext cx="279400" cy="228600"/>
                      </a:xfrm>
                      <a:prstGeom prst="rect">
                        <a:avLst/>
                      </a:prstGeom>
                    </p:spPr>
                  </p:pic>
                </p:oleObj>
              </mc:Fallback>
            </mc:AlternateContent>
          </a:graphicData>
        </a:graphic>
      </p:graphicFrame>
      <p:graphicFrame>
        <p:nvGraphicFramePr>
          <p:cNvPr id="87" name="对象 86"/>
          <p:cNvGraphicFramePr>
            <a:graphicFrameLocks noChangeAspect="1"/>
          </p:cNvGraphicFramePr>
          <p:nvPr/>
        </p:nvGraphicFramePr>
        <p:xfrm>
          <a:off x="10129102" y="3585180"/>
          <a:ext cx="266700" cy="228600"/>
        </p:xfrm>
        <a:graphic>
          <a:graphicData uri="http://schemas.openxmlformats.org/presentationml/2006/ole">
            <mc:AlternateContent xmlns:mc="http://schemas.openxmlformats.org/markup-compatibility/2006">
              <mc:Choice xmlns:v="urn:schemas-microsoft-com:vml" Requires="v">
                <p:oleObj name="Equation" r:id="rId18" imgW="267970" imgH="229870" progId="Equation.DSMT4">
                  <p:embed/>
                </p:oleObj>
              </mc:Choice>
              <mc:Fallback>
                <p:oleObj name="Equation" r:id="rId18" imgW="267970" imgH="229870" progId="Equation.DSMT4">
                  <p:embed/>
                  <p:pic>
                    <p:nvPicPr>
                      <p:cNvPr id="87" name="对象 86"/>
                      <p:cNvPicPr/>
                      <p:nvPr/>
                    </p:nvPicPr>
                    <p:blipFill>
                      <a:blip r:embed="rId19"/>
                      <a:stretch>
                        <a:fillRect/>
                      </a:stretch>
                    </p:blipFill>
                    <p:spPr>
                      <a:xfrm>
                        <a:off x="10129102" y="3585180"/>
                        <a:ext cx="266700" cy="228600"/>
                      </a:xfrm>
                      <a:prstGeom prst="rect">
                        <a:avLst/>
                      </a:prstGeom>
                    </p:spPr>
                  </p:pic>
                </p:oleObj>
              </mc:Fallback>
            </mc:AlternateContent>
          </a:graphicData>
        </a:graphic>
      </p:graphicFrame>
      <p:graphicFrame>
        <p:nvGraphicFramePr>
          <p:cNvPr id="91" name="对象 90"/>
          <p:cNvGraphicFramePr>
            <a:graphicFrameLocks noChangeAspect="1"/>
          </p:cNvGraphicFramePr>
          <p:nvPr/>
        </p:nvGraphicFramePr>
        <p:xfrm>
          <a:off x="10987322" y="3577590"/>
          <a:ext cx="266700" cy="228600"/>
        </p:xfrm>
        <a:graphic>
          <a:graphicData uri="http://schemas.openxmlformats.org/presentationml/2006/ole">
            <mc:AlternateContent xmlns:mc="http://schemas.openxmlformats.org/markup-compatibility/2006">
              <mc:Choice xmlns:v="urn:schemas-microsoft-com:vml" Requires="v">
                <p:oleObj name="Equation" r:id="rId20" imgW="267970" imgH="229870" progId="Equation.DSMT4">
                  <p:embed/>
                </p:oleObj>
              </mc:Choice>
              <mc:Fallback>
                <p:oleObj name="Equation" r:id="rId20" imgW="267970" imgH="229870" progId="Equation.DSMT4">
                  <p:embed/>
                  <p:pic>
                    <p:nvPicPr>
                      <p:cNvPr id="91" name="对象 90"/>
                      <p:cNvPicPr/>
                      <p:nvPr/>
                    </p:nvPicPr>
                    <p:blipFill>
                      <a:blip r:embed="rId19"/>
                      <a:stretch>
                        <a:fillRect/>
                      </a:stretch>
                    </p:blipFill>
                    <p:spPr>
                      <a:xfrm>
                        <a:off x="10987322" y="3577590"/>
                        <a:ext cx="266700" cy="228600"/>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10520716" y="3573085"/>
          <a:ext cx="279400" cy="228600"/>
        </p:xfrm>
        <a:graphic>
          <a:graphicData uri="http://schemas.openxmlformats.org/presentationml/2006/ole">
            <mc:AlternateContent xmlns:mc="http://schemas.openxmlformats.org/markup-compatibility/2006">
              <mc:Choice xmlns:v="urn:schemas-microsoft-com:vml" Requires="v">
                <p:oleObj name="Equation" r:id="rId21" imgW="6705600" imgH="5486400" progId="Equation.DSMT4">
                  <p:embed/>
                </p:oleObj>
              </mc:Choice>
              <mc:Fallback>
                <p:oleObj name="Equation" r:id="rId21" imgW="6705600" imgH="5486400" progId="Equation.DSMT4">
                  <p:embed/>
                  <p:pic>
                    <p:nvPicPr>
                      <p:cNvPr id="7" name="对象 6"/>
                      <p:cNvPicPr/>
                      <p:nvPr/>
                    </p:nvPicPr>
                    <p:blipFill>
                      <a:blip r:embed="rId17"/>
                      <a:stretch>
                        <a:fillRect/>
                      </a:stretch>
                    </p:blipFill>
                    <p:spPr>
                      <a:xfrm>
                        <a:off x="10520716" y="3573085"/>
                        <a:ext cx="279400" cy="228600"/>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6E1F5184-5DB0-2378-1675-BC422F1E5BB7}"/>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6"/>
          <p:cNvSpPr txBox="1"/>
          <p:nvPr/>
        </p:nvSpPr>
        <p:spPr>
          <a:xfrm>
            <a:off x="360729" y="165509"/>
            <a:ext cx="9537651" cy="589380"/>
          </a:xfrm>
          <a:prstGeom prst="rect">
            <a:avLst/>
          </a:prstGeom>
          <a:noFill/>
        </p:spPr>
        <p:txBody>
          <a:bodyPr wrap="square" lIns="0" tIns="48000" rIns="0" bIns="48000" rtlCol="0">
            <a:spAutoFit/>
          </a:bodyPr>
          <a:lstStyle/>
          <a:p>
            <a:r>
              <a:rPr lang="en-US" altLang="zh-CN" sz="3200" b="1">
                <a:solidFill>
                  <a:srgbClr val="004EA2"/>
                </a:solidFill>
                <a:latin typeface="微软雅黑" panose="020B0503020204020204" pitchFamily="34" charset="-122"/>
                <a:ea typeface="微软雅黑" panose="020B0503020204020204" pitchFamily="34" charset="-122"/>
              </a:rPr>
              <a:t>2.5</a:t>
            </a:r>
            <a:r>
              <a:rPr lang="zh-CN" altLang="en-US" sz="3200" b="1">
                <a:solidFill>
                  <a:srgbClr val="004EA2"/>
                </a:solidFill>
                <a:latin typeface="微软雅黑" panose="020B0503020204020204" pitchFamily="34" charset="-122"/>
                <a:ea typeface="微软雅黑" panose="020B0503020204020204" pitchFamily="34" charset="-122"/>
              </a:rPr>
              <a:t>点云与可见光特征级融合目标检测算法研究</a:t>
            </a:r>
            <a:endParaRPr lang="zh-CN" altLang="en-US" sz="3200" b="1" dirty="0">
              <a:solidFill>
                <a:srgbClr val="004EA2"/>
              </a:solidFill>
              <a:latin typeface="微软雅黑" panose="020B0503020204020204" pitchFamily="34" charset="-122"/>
              <a:ea typeface="微软雅黑" panose="020B0503020204020204" pitchFamily="34" charset="-122"/>
            </a:endParaRPr>
          </a:p>
        </p:txBody>
      </p:sp>
      <p:sp>
        <p:nvSpPr>
          <p:cNvPr id="2" name="矩形: 圆角 1"/>
          <p:cNvSpPr/>
          <p:nvPr/>
        </p:nvSpPr>
        <p:spPr>
          <a:xfrm>
            <a:off x="147368" y="864870"/>
            <a:ext cx="11906178" cy="2648585"/>
          </a:xfrm>
          <a:prstGeom prst="roundRect">
            <a:avLst>
              <a:gd name="adj" fmla="val 9082"/>
            </a:avLst>
          </a:prstGeom>
          <a:solidFill>
            <a:srgbClr val="0070C0"/>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圆角 3"/>
          <p:cNvSpPr/>
          <p:nvPr/>
        </p:nvSpPr>
        <p:spPr>
          <a:xfrm>
            <a:off x="170010" y="4001154"/>
            <a:ext cx="3813738" cy="2362637"/>
          </a:xfrm>
          <a:prstGeom prst="roundRect">
            <a:avLst>
              <a:gd name="adj" fmla="val 9082"/>
            </a:avLst>
          </a:prstGeom>
          <a:noFill/>
          <a:ln>
            <a:solidFill>
              <a:srgbClr val="004EA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0" algn="just" fontAlgn="auto">
              <a:lnSpc>
                <a:spcPts val="2500"/>
              </a:lnSpc>
            </a:pPr>
            <a:endParaRPr lang="zh-CN" altLang="zh-CN" sz="16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文本框 4"/>
          <p:cNvSpPr txBox="1"/>
          <p:nvPr/>
        </p:nvSpPr>
        <p:spPr>
          <a:xfrm>
            <a:off x="6776085" y="1153795"/>
            <a:ext cx="4918075" cy="2070735"/>
          </a:xfrm>
          <a:prstGeom prst="rect">
            <a:avLst/>
          </a:prstGeom>
          <a:noFill/>
        </p:spPr>
        <p:txBody>
          <a:bodyPr wrap="square" rtlCol="0">
            <a:noAutofit/>
          </a:bodyPr>
          <a:lstStyle/>
          <a:p>
            <a:pPr algn="just">
              <a:lnSpc>
                <a:spcPts val="2500"/>
              </a:lnSpc>
              <a:buClrTx/>
              <a:buSzTx/>
              <a:buFontTx/>
            </a:pPr>
            <a:r>
              <a:rPr lang="en-US" altLang="zh-CN" sz="16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DSTR是一个在全局和局部两个不同尺度上整合点云与可见光的多模态检测框架。具体网络结构如图4-12所示。其核心思想是通过一个分层递进的融合策略，先进行粗粒度的全局信息对齐，再提取精细化的局部目标特征，最后将两者有效结合以实现精确检测。模型的整体工作流程可以由以下公式高度概括：</a:t>
            </a:r>
          </a:p>
          <a:p>
            <a:endParaRPr lang="zh-CN" altLang="zh-CN">
              <a:solidFill>
                <a:schemeClr val="bg1"/>
              </a:solidFill>
            </a:endParaRPr>
          </a:p>
          <a:p>
            <a:endParaRPr lang="zh-CN" altLang="en-US"/>
          </a:p>
        </p:txBody>
      </p:sp>
      <p:pic>
        <p:nvPicPr>
          <p:cNvPr id="7" name="图片 6"/>
          <p:cNvPicPr/>
          <p:nvPr/>
        </p:nvPicPr>
        <p:blipFill>
          <a:blip r:embed="rId3"/>
          <a:stretch>
            <a:fillRect/>
          </a:stretch>
        </p:blipFill>
        <p:spPr>
          <a:xfrm>
            <a:off x="138454" y="864869"/>
            <a:ext cx="6188227" cy="2653200"/>
          </a:xfrm>
          <a:prstGeom prst="rect">
            <a:avLst/>
          </a:prstGeom>
        </p:spPr>
      </p:pic>
      <p:graphicFrame>
        <p:nvGraphicFramePr>
          <p:cNvPr id="9" name="对象 8"/>
          <p:cNvGraphicFramePr>
            <a:graphicFrameLocks noChangeAspect="1"/>
          </p:cNvGraphicFramePr>
          <p:nvPr/>
        </p:nvGraphicFramePr>
        <p:xfrm>
          <a:off x="6776307" y="3533593"/>
          <a:ext cx="4591050" cy="430213"/>
        </p:xfrm>
        <a:graphic>
          <a:graphicData uri="http://schemas.openxmlformats.org/presentationml/2006/ole">
            <mc:AlternateContent xmlns:mc="http://schemas.openxmlformats.org/markup-compatibility/2006">
              <mc:Choice xmlns:v="urn:schemas-microsoft-com:vml" Requires="v">
                <p:oleObj name="Equation" r:id="rId4" imgW="61874400" imgH="5791200" progId="Equation.DSMT4">
                  <p:embed/>
                </p:oleObj>
              </mc:Choice>
              <mc:Fallback>
                <p:oleObj name="Equation" r:id="rId4" imgW="61874400" imgH="5791200" progId="Equation.DSMT4">
                  <p:embed/>
                  <p:pic>
                    <p:nvPicPr>
                      <p:cNvPr id="9" name="对象 8"/>
                      <p:cNvPicPr/>
                      <p:nvPr/>
                    </p:nvPicPr>
                    <p:blipFill>
                      <a:blip r:embed="rId5"/>
                      <a:stretch>
                        <a:fillRect/>
                      </a:stretch>
                    </p:blipFill>
                    <p:spPr>
                      <a:xfrm>
                        <a:off x="6776307" y="3533593"/>
                        <a:ext cx="4591050" cy="430213"/>
                      </a:xfrm>
                      <a:prstGeom prst="rect">
                        <a:avLst/>
                      </a:prstGeom>
                    </p:spPr>
                  </p:pic>
                </p:oleObj>
              </mc:Fallback>
            </mc:AlternateContent>
          </a:graphicData>
        </a:graphic>
      </p:graphicFrame>
      <p:sp>
        <p:nvSpPr>
          <p:cNvPr id="10" name="矩形: 圆角 9"/>
          <p:cNvSpPr/>
          <p:nvPr/>
        </p:nvSpPr>
        <p:spPr>
          <a:xfrm>
            <a:off x="8239808" y="4001155"/>
            <a:ext cx="3813738" cy="2362637"/>
          </a:xfrm>
          <a:prstGeom prst="roundRect">
            <a:avLst>
              <a:gd name="adj" fmla="val 9082"/>
            </a:avLst>
          </a:prstGeom>
          <a:noFill/>
          <a:ln>
            <a:solidFill>
              <a:srgbClr val="004EA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p:cNvSpPr/>
          <p:nvPr/>
        </p:nvSpPr>
        <p:spPr>
          <a:xfrm>
            <a:off x="4239450" y="4001154"/>
            <a:ext cx="3813738" cy="2362637"/>
          </a:xfrm>
          <a:prstGeom prst="roundRect">
            <a:avLst>
              <a:gd name="adj" fmla="val 9082"/>
            </a:avLst>
          </a:prstGeom>
          <a:noFill/>
          <a:ln>
            <a:solidFill>
              <a:srgbClr val="004EA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4255135" y="4015105"/>
            <a:ext cx="3785870" cy="2335530"/>
          </a:xfrm>
          <a:prstGeom prst="rect">
            <a:avLst/>
          </a:prstGeom>
          <a:noFill/>
        </p:spPr>
        <p:txBody>
          <a:bodyPr wrap="square" rtlCol="0">
            <a:spAutoFit/>
          </a:bodyPr>
          <a:lstStyle/>
          <a:p>
            <a:pPr indent="0" fontAlgn="auto">
              <a:lnSpc>
                <a:spcPts val="2500"/>
              </a:lnSpc>
            </a:pPr>
            <a:r>
              <a:rPr lang="zh-CN" altLang="zh-CN" sz="1600" b="1">
                <a:latin typeface="Times New Roman" panose="02020603050405020304" pitchFamily="18" charset="0"/>
                <a:ea typeface="微软雅黑" panose="020B0503020204020204" pitchFamily="34" charset="-122"/>
                <a:cs typeface="Times New Roman" panose="02020603050405020304" pitchFamily="18" charset="0"/>
              </a:rPr>
              <a:t>局部场景集成</a:t>
            </a:r>
            <a:r>
              <a:rPr lang="en-US" altLang="zh-CN" sz="1600" b="1">
                <a:latin typeface="Times New Roman" panose="02020603050405020304" pitchFamily="18" charset="0"/>
                <a:ea typeface="微软雅黑" panose="020B0503020204020204" pitchFamily="34" charset="-122"/>
                <a:cs typeface="Times New Roman" panose="02020603050405020304" pitchFamily="18" charset="0"/>
              </a:rPr>
              <a:t>(Local-Scene Integration, LSI)</a:t>
            </a:r>
            <a:r>
              <a:rPr lang="zh-CN" altLang="zh-CN" sz="1600" b="1">
                <a:latin typeface="Times New Roman" panose="02020603050405020304" pitchFamily="18" charset="0"/>
                <a:ea typeface="微软雅黑" panose="020B0503020204020204" pitchFamily="34" charset="-122"/>
                <a:cs typeface="Times New Roman" panose="02020603050405020304" pitchFamily="18" charset="0"/>
              </a:rPr>
              <a:t>模块：</a:t>
            </a:r>
            <a:r>
              <a:rPr lang="zh-CN" altLang="zh-CN" sz="1600">
                <a:latin typeface="Times New Roman" panose="02020603050405020304" pitchFamily="18" charset="0"/>
                <a:ea typeface="微软雅黑" panose="020B0503020204020204" pitchFamily="34" charset="-122"/>
                <a:cs typeface="Times New Roman" panose="02020603050405020304" pitchFamily="18" charset="0"/>
              </a:rPr>
              <a:t>为补充全局融合所缺失的精细化信息，该模块专门提取局部实例特征。它在点云的</a:t>
            </a:r>
            <a:r>
              <a:rPr lang="en-US" altLang="zh-CN" sz="1600">
                <a:latin typeface="Times New Roman" panose="02020603050405020304" pitchFamily="18" charset="0"/>
                <a:ea typeface="微软雅黑" panose="020B0503020204020204" pitchFamily="34" charset="-122"/>
                <a:cs typeface="Times New Roman" panose="02020603050405020304" pitchFamily="18" charset="0"/>
              </a:rPr>
              <a:t>BEV</a:t>
            </a:r>
            <a:r>
              <a:rPr lang="zh-CN" altLang="zh-CN" sz="1600">
                <a:latin typeface="Times New Roman" panose="02020603050405020304" pitchFamily="18" charset="0"/>
                <a:ea typeface="微软雅黑" panose="020B0503020204020204" pitchFamily="34" charset="-122"/>
                <a:cs typeface="Times New Roman" panose="02020603050405020304" pitchFamily="18" charset="0"/>
              </a:rPr>
              <a:t>上利用一个分布检测头生成实例特征，并通过一个多头可变形注意力机制，将这些实例特征与多层级的体素特征进行整合</a:t>
            </a:r>
          </a:p>
        </p:txBody>
      </p:sp>
      <p:sp>
        <p:nvSpPr>
          <p:cNvPr id="17" name="文本框 16"/>
          <p:cNvSpPr txBox="1"/>
          <p:nvPr/>
        </p:nvSpPr>
        <p:spPr>
          <a:xfrm>
            <a:off x="8294699" y="4015105"/>
            <a:ext cx="3703955" cy="2088515"/>
          </a:xfrm>
          <a:prstGeom prst="rect">
            <a:avLst/>
          </a:prstGeom>
          <a:noFill/>
        </p:spPr>
        <p:txBody>
          <a:bodyPr wrap="square" rtlCol="0">
            <a:noAutofit/>
          </a:bodyPr>
          <a:lstStyle/>
          <a:p>
            <a:pPr indent="0" algn="just" fontAlgn="auto">
              <a:lnSpc>
                <a:spcPts val="2500"/>
              </a:lnSpc>
            </a:pPr>
            <a:r>
              <a:rPr lang="zh-CN" altLang="zh-CN" sz="1600" b="1">
                <a:latin typeface="Times New Roman" panose="02020603050405020304" pitchFamily="18" charset="0"/>
                <a:ea typeface="微软雅黑" panose="020B0503020204020204" pitchFamily="34" charset="-122"/>
                <a:cs typeface="Times New Roman" panose="02020603050405020304" pitchFamily="18" charset="0"/>
              </a:rPr>
              <a:t>双场景融合</a:t>
            </a:r>
            <a:r>
              <a:rPr lang="en-US" altLang="zh-CN" sz="1600" b="1">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b="1">
                <a:latin typeface="Times New Roman" panose="02020603050405020304" pitchFamily="18" charset="0"/>
                <a:ea typeface="微软雅黑" panose="020B0503020204020204" pitchFamily="34" charset="-122"/>
                <a:cs typeface="Times New Roman" panose="02020603050405020304" pitchFamily="18" charset="0"/>
              </a:rPr>
              <a:t>Dual Scenes Fusion, DSF</a:t>
            </a:r>
            <a:r>
              <a:rPr lang="en-US" altLang="zh-CN" sz="1600" b="1">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b="1">
                <a:latin typeface="Times New Roman" panose="02020603050405020304" pitchFamily="18" charset="0"/>
                <a:ea typeface="微软雅黑" panose="020B0503020204020204" pitchFamily="34" charset="-122"/>
                <a:cs typeface="Times New Roman" panose="02020603050405020304" pitchFamily="18" charset="0"/>
              </a:rPr>
              <a:t>模块：</a:t>
            </a:r>
            <a:r>
              <a:rPr lang="zh-CN" altLang="zh-CN" sz="1600">
                <a:latin typeface="Times New Roman" panose="02020603050405020304" pitchFamily="18" charset="0"/>
                <a:ea typeface="微软雅黑" panose="020B0503020204020204" pitchFamily="34" charset="-122"/>
                <a:cs typeface="Times New Roman" panose="02020603050405020304" pitchFamily="18" charset="0"/>
              </a:rPr>
              <a:t>这是最终的融合步骤。该模块将LSI生成的局部实例特征作为查询</a:t>
            </a:r>
            <a:r>
              <a:rPr lang="en-US" altLang="zh-CN" sz="160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a:latin typeface="Times New Roman" panose="02020603050405020304" pitchFamily="18" charset="0"/>
                <a:ea typeface="微软雅黑" panose="020B0503020204020204" pitchFamily="34" charset="-122"/>
                <a:cs typeface="Times New Roman" panose="02020603050405020304" pitchFamily="18" charset="0"/>
              </a:rPr>
              <a:t>Query</a:t>
            </a:r>
            <a:r>
              <a:rPr lang="en-US" altLang="zh-CN" sz="160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a:latin typeface="Times New Roman" panose="02020603050405020304" pitchFamily="18" charset="0"/>
                <a:ea typeface="微软雅黑" panose="020B0503020204020204" pitchFamily="34" charset="-122"/>
                <a:cs typeface="Times New Roman" panose="02020603050405020304" pitchFamily="18" charset="0"/>
              </a:rPr>
              <a:t>，在GSI生成的全局场景特征图上进行查询操作，从而将局部实例的精细信息与全局上下文信息进行有效聚合</a:t>
            </a:r>
          </a:p>
        </p:txBody>
      </p:sp>
      <p:sp>
        <p:nvSpPr>
          <p:cNvPr id="6" name="文本框 5">
            <a:extLst>
              <a:ext uri="{FF2B5EF4-FFF2-40B4-BE49-F238E27FC236}">
                <a16:creationId xmlns:a16="http://schemas.microsoft.com/office/drawing/2014/main" id="{BB916F8D-9E78-796D-A693-D47080DDA512}"/>
              </a:ext>
            </a:extLst>
          </p:cNvPr>
          <p:cNvSpPr txBox="1"/>
          <p:nvPr/>
        </p:nvSpPr>
        <p:spPr>
          <a:xfrm>
            <a:off x="348546" y="4015105"/>
            <a:ext cx="3520594" cy="2613536"/>
          </a:xfrm>
          <a:prstGeom prst="rect">
            <a:avLst/>
          </a:prstGeom>
          <a:noFill/>
        </p:spPr>
        <p:txBody>
          <a:bodyPr wrap="square" rtlCol="0">
            <a:spAutoFit/>
          </a:bodyPr>
          <a:lstStyle/>
          <a:p>
            <a:pPr algn="just">
              <a:lnSpc>
                <a:spcPts val="2500"/>
              </a:lnSpc>
            </a:pPr>
            <a:r>
              <a:rPr lang="zh-CN" altLang="zh-CN" sz="1600" b="1">
                <a:latin typeface="Times New Roman" panose="02020603050405020304" pitchFamily="18" charset="0"/>
                <a:ea typeface="微软雅黑" panose="020B0503020204020204" pitchFamily="34" charset="-122"/>
                <a:cs typeface="Times New Roman" panose="02020603050405020304" pitchFamily="18" charset="0"/>
              </a:rPr>
              <a:t>全局场景集成</a:t>
            </a:r>
            <a:r>
              <a:rPr lang="en-US" altLang="zh-CN" sz="1600" b="1">
                <a:latin typeface="Times New Roman" panose="02020603050405020304" pitchFamily="18" charset="0"/>
                <a:ea typeface="微软雅黑" panose="020B0503020204020204" pitchFamily="34" charset="-122"/>
                <a:cs typeface="Times New Roman" panose="02020603050405020304" pitchFamily="18" charset="0"/>
              </a:rPr>
              <a:t>(Global-Scene Integration, GSI)</a:t>
            </a:r>
            <a:r>
              <a:rPr lang="zh-CN" altLang="zh-CN" sz="1600" b="1">
                <a:latin typeface="Times New Roman" panose="02020603050405020304" pitchFamily="18" charset="0"/>
                <a:ea typeface="微软雅黑" panose="020B0503020204020204" pitchFamily="34" charset="-122"/>
                <a:cs typeface="Times New Roman" panose="02020603050405020304" pitchFamily="18" charset="0"/>
              </a:rPr>
              <a:t>模块：</a:t>
            </a:r>
            <a:r>
              <a:rPr lang="zh-CN" altLang="zh-CN" sz="1600">
                <a:latin typeface="Times New Roman" panose="02020603050405020304" pitchFamily="18" charset="0"/>
                <a:ea typeface="微软雅黑" panose="020B0503020204020204" pitchFamily="34" charset="-122"/>
                <a:cs typeface="Times New Roman" panose="02020603050405020304" pitchFamily="18" charset="0"/>
              </a:rPr>
              <a:t>负责初始的全局融合。它通过将点云中的非空体素中心点投影到多视图图像平面上，来采样并融合相应的图像特征，从而生成一个经过图像信息增强的全局体素特征表示</a:t>
            </a:r>
          </a:p>
          <a:p>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86EE64A7-66C4-3CB5-C1A8-2BF97460360E}"/>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Rectangle: Rounded Corners 46"/>
          <p:cNvSpPr/>
          <p:nvPr>
            <p:custDataLst>
              <p:tags r:id="rId1"/>
            </p:custDataLst>
          </p:nvPr>
        </p:nvSpPr>
        <p:spPr>
          <a:xfrm>
            <a:off x="1656006" y="1571294"/>
            <a:ext cx="2882321" cy="367200"/>
          </a:xfrm>
          <a:prstGeom prst="rect">
            <a:avLst/>
          </a:prstGeom>
          <a:solidFill>
            <a:srgbClr val="004EA2"/>
          </a:solidFill>
          <a:ln w="12700" cap="flat" cmpd="sng" algn="ctr">
            <a:noFill/>
            <a:prstDash val="solid"/>
            <a:miter lim="800000"/>
          </a:ln>
          <a:effectLst/>
        </p:spPr>
        <p:txBody>
          <a:bodyPr rtlCol="0" anchor="ctr">
            <a:noAutofit/>
          </a:bodyPr>
          <a:lstStyle/>
          <a:p>
            <a:pPr lvl="0" algn="l">
              <a:spcBef>
                <a:spcPts val="0"/>
              </a:spcBef>
              <a:spcAft>
                <a:spcPts val="0"/>
              </a:spcAft>
              <a:buClrTx/>
              <a:buSzTx/>
              <a:buFontTx/>
              <a:defRPr/>
            </a:pPr>
            <a:r>
              <a:rPr lang="zh-CN" altLang="en-US" b="1" kern="0">
                <a:solidFill>
                  <a:schemeClr val="bg1"/>
                </a:solidFill>
                <a:latin typeface="Arial" panose="020B0604020202020204"/>
                <a:ea typeface="微软雅黑" panose="020B0503020204020204" pitchFamily="34" charset="-122"/>
                <a:cs typeface="+mn-ea"/>
                <a:sym typeface="Arial" panose="020B0604020202020204"/>
              </a:rPr>
              <a:t>改进</a:t>
            </a:r>
            <a:r>
              <a:rPr lang="en-US" altLang="zh-CN" b="1" kern="0">
                <a:solidFill>
                  <a:schemeClr val="bg1"/>
                </a:solidFill>
                <a:latin typeface="Arial" panose="020B0604020202020204"/>
                <a:ea typeface="微软雅黑" panose="020B0503020204020204" pitchFamily="34" charset="-122"/>
                <a:cs typeface="+mn-ea"/>
                <a:sym typeface="Arial" panose="020B0604020202020204"/>
              </a:rPr>
              <a:t>1</a:t>
            </a:r>
            <a:r>
              <a:rPr lang="zh-CN" altLang="en-US" b="1" kern="0" noProof="0">
                <a:ln>
                  <a:noFill/>
                </a:ln>
                <a:solidFill>
                  <a:schemeClr val="bg1"/>
                </a:solidFill>
                <a:effectLst/>
                <a:uLnTx/>
                <a:uFillTx/>
                <a:latin typeface="Arial" panose="020B0604020202020204"/>
                <a:ea typeface="微软雅黑" panose="020B0503020204020204" pitchFamily="34" charset="-122"/>
                <a:cs typeface="+mn-ea"/>
                <a:sym typeface="Arial" panose="020B0604020202020204"/>
              </a:rPr>
              <a:t>：增加</a:t>
            </a:r>
            <a:r>
              <a:rPr lang="en-US" altLang="zh-CN" b="1" kern="0" noProof="0">
                <a:ln>
                  <a:noFill/>
                </a:ln>
                <a:solidFill>
                  <a:schemeClr val="bg1"/>
                </a:solidFill>
                <a:effectLst/>
                <a:uLnTx/>
                <a:uFillTx/>
                <a:latin typeface="Arial" panose="020B0604020202020204"/>
                <a:ea typeface="微软雅黑" panose="020B0503020204020204" pitchFamily="34" charset="-122"/>
                <a:cs typeface="+mn-ea"/>
                <a:sym typeface="Arial" panose="020B0604020202020204"/>
              </a:rPr>
              <a:t>PointNet</a:t>
            </a:r>
            <a:r>
              <a:rPr lang="zh-CN" altLang="en-US" b="1" kern="0" noProof="0">
                <a:ln>
                  <a:noFill/>
                </a:ln>
                <a:solidFill>
                  <a:schemeClr val="bg1"/>
                </a:solidFill>
                <a:effectLst/>
                <a:uLnTx/>
                <a:uFillTx/>
                <a:latin typeface="Arial" panose="020B0604020202020204"/>
                <a:ea typeface="微软雅黑" panose="020B0503020204020204" pitchFamily="34" charset="-122"/>
                <a:cs typeface="+mn-ea"/>
                <a:sym typeface="Arial" panose="020B0604020202020204"/>
              </a:rPr>
              <a:t>网络</a:t>
            </a:r>
            <a:endParaRPr lang="zh-CN" altLang="en-US" b="1" kern="0" noProof="0" dirty="0">
              <a:ln>
                <a:noFill/>
              </a:ln>
              <a:solidFill>
                <a:schemeClr val="bg1"/>
              </a:solidFill>
              <a:effectLst/>
              <a:uLnTx/>
              <a:uFillTx/>
              <a:latin typeface="Arial" panose="020B0604020202020204"/>
              <a:ea typeface="微软雅黑" panose="020B0503020204020204" pitchFamily="34" charset="-122"/>
              <a:cs typeface="+mn-ea"/>
              <a:sym typeface="Arial" panose="020B0604020202020204"/>
            </a:endParaRPr>
          </a:p>
        </p:txBody>
      </p:sp>
      <p:sp>
        <p:nvSpPr>
          <p:cNvPr id="6" name="Rectangle: Rounded Corners 46"/>
          <p:cNvSpPr/>
          <p:nvPr>
            <p:custDataLst>
              <p:tags r:id="rId2"/>
            </p:custDataLst>
          </p:nvPr>
        </p:nvSpPr>
        <p:spPr>
          <a:xfrm>
            <a:off x="2620369" y="4491805"/>
            <a:ext cx="1917957" cy="367200"/>
          </a:xfrm>
          <a:prstGeom prst="rect">
            <a:avLst/>
          </a:prstGeom>
          <a:solidFill>
            <a:schemeClr val="accent6">
              <a:lumMod val="60000"/>
              <a:lumOff val="40000"/>
            </a:schemeClr>
          </a:solidFill>
          <a:ln w="12700" cap="flat" cmpd="sng" algn="ctr">
            <a:noFill/>
            <a:prstDash val="solid"/>
            <a:miter lim="800000"/>
          </a:ln>
          <a:effectLst/>
        </p:spPr>
        <p:txBody>
          <a:bodyPr rtlCol="0" anchor="ct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b="1" i="0" u="none" strike="noStrike" kern="0" cap="none" spc="0" normalizeH="0" baseline="0" noProof="0" dirty="0">
                <a:ln>
                  <a:noFill/>
                </a:ln>
                <a:solidFill>
                  <a:schemeClr val="bg1"/>
                </a:solidFill>
                <a:effectLst/>
                <a:uLnTx/>
                <a:uFillTx/>
                <a:latin typeface="Arial" panose="020B0604020202020204"/>
                <a:ea typeface="微软雅黑" panose="020B0503020204020204" pitchFamily="34" charset="-122"/>
                <a:cs typeface="+mn-ea"/>
                <a:sym typeface="Arial" panose="020B0604020202020204"/>
              </a:rPr>
              <a:t>问题</a:t>
            </a:r>
            <a:r>
              <a:rPr kumimoji="0" lang="zh-CN" altLang="en-US" b="1" i="0" u="none" strike="noStrike" kern="0" cap="none" spc="0" normalizeH="0" baseline="0" noProof="0">
                <a:ln>
                  <a:noFill/>
                </a:ln>
                <a:solidFill>
                  <a:schemeClr val="bg1"/>
                </a:solidFill>
                <a:effectLst/>
                <a:uLnTx/>
                <a:uFillTx/>
                <a:latin typeface="Arial" panose="020B0604020202020204"/>
                <a:ea typeface="微软雅黑" panose="020B0503020204020204" pitchFamily="34" charset="-122"/>
                <a:cs typeface="+mn-ea"/>
                <a:sym typeface="Arial" panose="020B0604020202020204"/>
              </a:rPr>
              <a:t>1：</a:t>
            </a:r>
            <a:r>
              <a:rPr lang="zh-CN" altLang="en-US" b="1" kern="0">
                <a:solidFill>
                  <a:schemeClr val="bg1"/>
                </a:solidFill>
                <a:latin typeface="Arial" panose="020B0604020202020204"/>
                <a:ea typeface="微软雅黑" panose="020B0503020204020204" pitchFamily="34" charset="-122"/>
                <a:cs typeface="+mn-ea"/>
                <a:sym typeface="Arial" panose="020B0604020202020204"/>
              </a:rPr>
              <a:t>风浪</a:t>
            </a:r>
            <a:r>
              <a:rPr kumimoji="0" lang="zh-CN" altLang="en-US" b="1" i="0" u="none" strike="noStrike" kern="0" cap="none" spc="0" normalizeH="0" baseline="0" noProof="0">
                <a:ln>
                  <a:noFill/>
                </a:ln>
                <a:solidFill>
                  <a:schemeClr val="bg1"/>
                </a:solidFill>
                <a:effectLst/>
                <a:uLnTx/>
                <a:uFillTx/>
                <a:latin typeface="Arial" panose="020B0604020202020204"/>
                <a:ea typeface="微软雅黑" panose="020B0503020204020204" pitchFamily="34" charset="-122"/>
                <a:cs typeface="+mn-ea"/>
                <a:sym typeface="Arial" panose="020B0604020202020204"/>
              </a:rPr>
              <a:t>影响</a:t>
            </a:r>
            <a:endParaRPr kumimoji="0" lang="zh-CN" altLang="en-US" b="1" i="0" u="none" strike="noStrike" kern="0" cap="none" spc="0" normalizeH="0" baseline="0" noProof="0" dirty="0">
              <a:ln>
                <a:noFill/>
              </a:ln>
              <a:solidFill>
                <a:schemeClr val="bg1"/>
              </a:solidFill>
              <a:effectLst/>
              <a:uLnTx/>
              <a:uFillTx/>
              <a:latin typeface="Arial" panose="020B0604020202020204"/>
              <a:ea typeface="微软雅黑" panose="020B0503020204020204" pitchFamily="34" charset="-122"/>
              <a:cs typeface="+mn-ea"/>
              <a:sym typeface="Arial" panose="020B0604020202020204"/>
            </a:endParaRPr>
          </a:p>
        </p:txBody>
      </p:sp>
      <p:sp>
        <p:nvSpPr>
          <p:cNvPr id="8" name="文本框 7"/>
          <p:cNvSpPr txBox="1"/>
          <p:nvPr>
            <p:custDataLst>
              <p:tags r:id="rId3"/>
            </p:custDataLst>
          </p:nvPr>
        </p:nvSpPr>
        <p:spPr>
          <a:xfrm>
            <a:off x="1012191" y="4859005"/>
            <a:ext cx="3726814" cy="783590"/>
          </a:xfrm>
          <a:prstGeom prst="rect">
            <a:avLst/>
          </a:prstGeom>
          <a:noFill/>
        </p:spPr>
        <p:txBody>
          <a:bodyPr wrap="square" rtlCol="0" anchor="t">
            <a:spAutoFit/>
          </a:bodyPr>
          <a:lstStyle/>
          <a:p>
            <a:pPr lvl="0" algn="just">
              <a:lnSpc>
                <a:spcPct val="150000"/>
              </a:lnSpc>
              <a:buClrTx/>
              <a:buSzTx/>
              <a:buFontTx/>
            </a:pPr>
            <a:r>
              <a:rPr lang="zh-CN" altLang="en-US" sz="1500">
                <a:latin typeface="Times New Roman" panose="02020603050405020304" pitchFamily="18" charset="0"/>
                <a:ea typeface="微软雅黑" panose="020B0503020204020204" pitchFamily="34" charset="-122"/>
                <a:cs typeface="Times New Roman" panose="02020603050405020304" pitchFamily="18" charset="0"/>
                <a:sym typeface="+mn-ea"/>
              </a:rPr>
              <a:t>DSTR的体素化参数是为陆地场景特调的。在风浪较大情况可能出现投影偏差</a:t>
            </a:r>
          </a:p>
        </p:txBody>
      </p:sp>
      <p:sp>
        <p:nvSpPr>
          <p:cNvPr id="9" name="文本框 8"/>
          <p:cNvSpPr txBox="1"/>
          <p:nvPr/>
        </p:nvSpPr>
        <p:spPr>
          <a:xfrm>
            <a:off x="7469436" y="4865990"/>
            <a:ext cx="3619948" cy="1129665"/>
          </a:xfrm>
          <a:prstGeom prst="rect">
            <a:avLst/>
          </a:prstGeom>
          <a:noFill/>
        </p:spPr>
        <p:txBody>
          <a:bodyPr wrap="square" rtlCol="0" anchor="t">
            <a:spAutoFit/>
          </a:bodyPr>
          <a:lstStyle/>
          <a:p>
            <a:pPr lvl="0" algn="just">
              <a:lnSpc>
                <a:spcPct val="150000"/>
              </a:lnSpc>
              <a:buClrTx/>
              <a:buSzTx/>
              <a:buFontTx/>
            </a:pPr>
            <a:r>
              <a:rPr lang="zh-CN" altLang="en-US" sz="1500">
                <a:latin typeface="Times New Roman" panose="02020603050405020304" pitchFamily="18" charset="0"/>
                <a:ea typeface="微软雅黑" panose="020B0503020204020204" pitchFamily="34" charset="-122"/>
                <a:cs typeface="Times New Roman" panose="02020603050405020304" pitchFamily="18" charset="0"/>
                <a:sym typeface="+mn-ea"/>
              </a:rPr>
              <a:t>水面场景的Z轴（高度）信息至关重要，简单的BEV投影会丢失大部分垂直结构信息</a:t>
            </a:r>
          </a:p>
        </p:txBody>
      </p:sp>
      <p:sp>
        <p:nvSpPr>
          <p:cNvPr id="10" name="文本框 9"/>
          <p:cNvSpPr txBox="1"/>
          <p:nvPr>
            <p:custDataLst>
              <p:tags r:id="rId4"/>
            </p:custDataLst>
          </p:nvPr>
        </p:nvSpPr>
        <p:spPr>
          <a:xfrm>
            <a:off x="515052" y="1938494"/>
            <a:ext cx="4086225" cy="1476375"/>
          </a:xfrm>
          <a:prstGeom prst="rect">
            <a:avLst/>
          </a:prstGeom>
          <a:noFill/>
        </p:spPr>
        <p:txBody>
          <a:bodyPr wrap="square" rtlCol="0" anchor="t">
            <a:spAutoFit/>
          </a:bodyPr>
          <a:lstStyle/>
          <a:p>
            <a:pPr indent="0" algn="just" fontAlgn="auto">
              <a:lnSpc>
                <a:spcPct val="150000"/>
              </a:lnSpc>
            </a:pPr>
            <a:r>
              <a:rPr lang="zh-CN" altLang="en-US" sz="1500">
                <a:latin typeface="Times New Roman" panose="02020603050405020304" pitchFamily="18" charset="0"/>
                <a:ea typeface="微软雅黑" panose="020B0503020204020204" pitchFamily="34" charset="-122"/>
                <a:cs typeface="Times New Roman" panose="02020603050405020304" pitchFamily="18" charset="0"/>
              </a:rPr>
              <a:t>在</a:t>
            </a:r>
            <a:r>
              <a:rPr lang="en-US" altLang="zh-CN" sz="1500">
                <a:latin typeface="Times New Roman" panose="02020603050405020304" pitchFamily="18" charset="0"/>
                <a:ea typeface="微软雅黑" panose="020B0503020204020204" pitchFamily="34" charset="-122"/>
                <a:cs typeface="Times New Roman" panose="02020603050405020304" pitchFamily="18" charset="0"/>
              </a:rPr>
              <a:t>GSI</a:t>
            </a:r>
            <a:r>
              <a:rPr lang="zh-CN" altLang="en-US" sz="1500">
                <a:latin typeface="Times New Roman" panose="02020603050405020304" pitchFamily="18" charset="0"/>
                <a:ea typeface="微软雅黑" panose="020B0503020204020204" pitchFamily="34" charset="-122"/>
                <a:cs typeface="Times New Roman" panose="02020603050405020304" pitchFamily="18" charset="0"/>
              </a:rPr>
              <a:t>模块的输入端，加入一个小型</a:t>
            </a:r>
            <a:r>
              <a:rPr lang="en-US" altLang="zh-CN" sz="1500">
                <a:latin typeface="Times New Roman" panose="02020603050405020304" pitchFamily="18" charset="0"/>
                <a:ea typeface="微软雅黑" panose="020B0503020204020204" pitchFamily="34" charset="-122"/>
                <a:cs typeface="Times New Roman" panose="02020603050405020304" pitchFamily="18" charset="0"/>
              </a:rPr>
              <a:t>PointNet</a:t>
            </a:r>
            <a:r>
              <a:rPr lang="zh-CN" altLang="en-US" sz="1500">
                <a:latin typeface="Times New Roman" panose="02020603050405020304" pitchFamily="18" charset="0"/>
                <a:ea typeface="微软雅黑" panose="020B0503020204020204" pitchFamily="34" charset="-122"/>
                <a:cs typeface="Times New Roman" panose="02020603050405020304" pitchFamily="18" charset="0"/>
              </a:rPr>
              <a:t>网络，从而不再使用固定的体素中心点，让网络动态地学习每个体素内最能代表其几何表面的关键点，可减少由于自身扰动带来的错误采样</a:t>
            </a:r>
          </a:p>
        </p:txBody>
      </p:sp>
      <p:grpSp>
        <p:nvGrpSpPr>
          <p:cNvPr id="12" name="组合 11"/>
          <p:cNvGrpSpPr/>
          <p:nvPr/>
        </p:nvGrpSpPr>
        <p:grpSpPr>
          <a:xfrm>
            <a:off x="5197474" y="2663508"/>
            <a:ext cx="1675765" cy="2193924"/>
            <a:chOff x="5139911" y="2606897"/>
            <a:chExt cx="1675765" cy="2193924"/>
          </a:xfrm>
        </p:grpSpPr>
        <p:sp>
          <p:nvSpPr>
            <p:cNvPr id="13" name="矩形: 圆角 12"/>
            <p:cNvSpPr/>
            <p:nvPr/>
          </p:nvSpPr>
          <p:spPr>
            <a:xfrm rot="2751162">
              <a:off x="5139911" y="3125056"/>
              <a:ext cx="1675765" cy="1675765"/>
            </a:xfrm>
            <a:prstGeom prst="roundRect">
              <a:avLst/>
            </a:prstGeom>
            <a:solidFill>
              <a:schemeClr val="accent6">
                <a:lumMod val="60000"/>
                <a:lumOff val="4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p:cNvSpPr/>
            <p:nvPr/>
          </p:nvSpPr>
          <p:spPr>
            <a:xfrm rot="2751162">
              <a:off x="5139911" y="2606897"/>
              <a:ext cx="1675765" cy="1675765"/>
            </a:xfrm>
            <a:prstGeom prst="roundRect">
              <a:avLst/>
            </a:prstGeom>
            <a:solidFill>
              <a:srgbClr val="004EA2"/>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p:cNvGrpSpPr/>
            <p:nvPr/>
          </p:nvGrpSpPr>
          <p:grpSpPr>
            <a:xfrm>
              <a:off x="5433279" y="2821535"/>
              <a:ext cx="1104900" cy="1255165"/>
              <a:chOff x="12028170" y="5188745"/>
              <a:chExt cx="1104900" cy="1255165"/>
            </a:xfrm>
          </p:grpSpPr>
          <p:sp>
            <p:nvSpPr>
              <p:cNvPr id="16" name="上箭头 6"/>
              <p:cNvSpPr/>
              <p:nvPr>
                <p:custDataLst>
                  <p:tags r:id="rId8"/>
                </p:custDataLst>
              </p:nvPr>
            </p:nvSpPr>
            <p:spPr>
              <a:xfrm>
                <a:off x="12348210" y="5561895"/>
                <a:ext cx="465455" cy="542290"/>
              </a:xfrm>
              <a:prstGeom prst="upArrow">
                <a:avLst/>
              </a:prstGeom>
              <a:gradFill flip="none">
                <a:gsLst>
                  <a:gs pos="0">
                    <a:schemeClr val="bg2">
                      <a:alpha val="0"/>
                    </a:schemeClr>
                  </a:gs>
                  <a:gs pos="100000">
                    <a:schemeClr val="bg1">
                      <a:lumMod val="0"/>
                      <a:lumOff val="100000"/>
                      <a:alpha val="100000"/>
                    </a:schemeClr>
                  </a:gs>
                </a:gsLst>
                <a:lin ang="16200000" scaled="0"/>
              </a:gradFill>
              <a:effectLst/>
            </p:spPr>
            <p:txBody>
              <a:bodyPr wrap="square" lIns="0" tIns="0" rIns="0" bIns="0" rtlCol="0" anchor="t" anchorCtr="1">
                <a:noAutofit/>
              </a:bodyPr>
              <a:lstStyle/>
              <a:p>
                <a:pPr algn="ctr">
                  <a:lnSpc>
                    <a:spcPct val="150000"/>
                  </a:lnSpc>
                  <a:spcBef>
                    <a:spcPct val="0"/>
                  </a:spcBef>
                  <a:spcAft>
                    <a:spcPct val="0"/>
                  </a:spcAft>
                </a:pPr>
                <a:endParaRPr lang="zh-CN" altLang="en-US" sz="3200" b="1" dirty="0">
                  <a:solidFill>
                    <a:srgbClr val="C00000"/>
                  </a:solidFill>
                  <a:latin typeface="Arial" panose="020B0604020202020204" pitchFamily="34" charset="0"/>
                  <a:ea typeface="微软雅黑" panose="020B0503020204020204" pitchFamily="34" charset="-122"/>
                  <a:sym typeface="+mn-ea"/>
                </a:endParaRPr>
              </a:p>
            </p:txBody>
          </p:sp>
          <p:sp>
            <p:nvSpPr>
              <p:cNvPr id="17" name="文本框 16"/>
              <p:cNvSpPr txBox="1"/>
              <p:nvPr>
                <p:custDataLst>
                  <p:tags r:id="rId9"/>
                </p:custDataLst>
              </p:nvPr>
            </p:nvSpPr>
            <p:spPr>
              <a:xfrm>
                <a:off x="12028170" y="6075610"/>
                <a:ext cx="1104900" cy="368300"/>
              </a:xfrm>
              <a:prstGeom prst="rect">
                <a:avLst/>
              </a:prstGeom>
              <a:noFill/>
            </p:spPr>
            <p:txBody>
              <a:bodyPr wrap="square" rtlCol="0">
                <a:spAutoFit/>
              </a:bodyPr>
              <a:lstStyle/>
              <a:p>
                <a:r>
                  <a:rPr lang="zh-CN" altLang="en-US" b="1">
                    <a:solidFill>
                      <a:schemeClr val="bg1"/>
                    </a:solidFill>
                  </a:rPr>
                  <a:t>不足之处</a:t>
                </a:r>
              </a:p>
            </p:txBody>
          </p:sp>
          <p:sp>
            <p:nvSpPr>
              <p:cNvPr id="18" name="文本框 17"/>
              <p:cNvSpPr txBox="1"/>
              <p:nvPr>
                <p:custDataLst>
                  <p:tags r:id="rId10"/>
                </p:custDataLst>
              </p:nvPr>
            </p:nvSpPr>
            <p:spPr>
              <a:xfrm>
                <a:off x="12028170" y="5188745"/>
                <a:ext cx="1104900" cy="368300"/>
              </a:xfrm>
              <a:prstGeom prst="rect">
                <a:avLst/>
              </a:prstGeom>
              <a:noFill/>
            </p:spPr>
            <p:txBody>
              <a:bodyPr wrap="square" rtlCol="0">
                <a:spAutoFit/>
              </a:bodyPr>
              <a:lstStyle/>
              <a:p>
                <a:r>
                  <a:rPr lang="zh-CN" altLang="en-US" b="1">
                    <a:solidFill>
                      <a:schemeClr val="bg1"/>
                    </a:solidFill>
                  </a:rPr>
                  <a:t>改进措施</a:t>
                </a:r>
              </a:p>
            </p:txBody>
          </p:sp>
        </p:grpSp>
      </p:grpSp>
      <p:sp>
        <p:nvSpPr>
          <p:cNvPr id="19" name="Rectangle: Rounded Corners 46"/>
          <p:cNvSpPr/>
          <p:nvPr>
            <p:custDataLst>
              <p:tags r:id="rId5"/>
            </p:custDataLst>
          </p:nvPr>
        </p:nvSpPr>
        <p:spPr>
          <a:xfrm>
            <a:off x="7528940" y="4481005"/>
            <a:ext cx="1832230" cy="378000"/>
          </a:xfrm>
          <a:prstGeom prst="rect">
            <a:avLst/>
          </a:prstGeom>
          <a:solidFill>
            <a:schemeClr val="accent6">
              <a:lumMod val="60000"/>
              <a:lumOff val="40000"/>
            </a:schemeClr>
          </a:solidFill>
          <a:ln w="12700" cap="flat" cmpd="sng" algn="ctr">
            <a:noFill/>
            <a:prstDash val="solid"/>
            <a:miter lim="800000"/>
          </a:ln>
          <a:effectLst/>
        </p:spPr>
        <p:txBody>
          <a:bodyPr rtlCol="0" anchor="ctr"/>
          <a:lstStyle/>
          <a:p>
            <a:pPr marL="0" marR="0" lvl="0" algn="l" defTabSz="914400" eaLnBrk="1" fontAlgn="auto" latinLnBrk="0" hangingPunct="1">
              <a:lnSpc>
                <a:spcPct val="100000"/>
              </a:lnSpc>
              <a:spcBef>
                <a:spcPts val="0"/>
              </a:spcBef>
              <a:spcAft>
                <a:spcPts val="0"/>
              </a:spcAft>
              <a:buClrTx/>
              <a:buSzTx/>
              <a:buFontTx/>
              <a:buNone/>
              <a:defRPr/>
            </a:pPr>
            <a:r>
              <a:rPr kumimoji="0" lang="zh-CN" altLang="en-US" b="1" i="0" u="none" strike="noStrike" kern="0" cap="none" spc="0" normalizeH="0" baseline="0" noProof="0">
                <a:ln>
                  <a:noFill/>
                </a:ln>
                <a:solidFill>
                  <a:schemeClr val="bg1"/>
                </a:solidFill>
                <a:effectLst/>
                <a:uLnTx/>
                <a:uFillTx/>
                <a:latin typeface="Arial" panose="020B0604020202020204"/>
                <a:ea typeface="微软雅黑" panose="020B0503020204020204" pitchFamily="34" charset="-122"/>
                <a:cs typeface="+mn-ea"/>
                <a:sym typeface="Arial" panose="020B0604020202020204"/>
              </a:rPr>
              <a:t>问题</a:t>
            </a:r>
            <a:r>
              <a:rPr kumimoji="0" lang="en-US" altLang="zh-CN" b="1" i="0" u="none" strike="noStrike" kern="0" cap="none" spc="0" normalizeH="0" baseline="0" noProof="0">
                <a:ln>
                  <a:noFill/>
                </a:ln>
                <a:solidFill>
                  <a:schemeClr val="bg1"/>
                </a:solidFill>
                <a:effectLst/>
                <a:uLnTx/>
                <a:uFillTx/>
                <a:latin typeface="Arial" panose="020B0604020202020204"/>
                <a:ea typeface="微软雅黑" panose="020B0503020204020204" pitchFamily="34" charset="-122"/>
                <a:cs typeface="+mn-ea"/>
                <a:sym typeface="Arial" panose="020B0604020202020204"/>
              </a:rPr>
              <a:t>2</a:t>
            </a:r>
            <a:r>
              <a:rPr kumimoji="0" lang="zh-CN" altLang="en-US" b="1" i="0" u="none" strike="noStrike" kern="0" cap="none" spc="0" normalizeH="0" baseline="0" noProof="0">
                <a:ln>
                  <a:noFill/>
                </a:ln>
                <a:solidFill>
                  <a:schemeClr val="bg1"/>
                </a:solidFill>
                <a:effectLst/>
                <a:uLnTx/>
                <a:uFillTx/>
                <a:latin typeface="Arial" panose="020B0604020202020204"/>
                <a:ea typeface="微软雅黑" panose="020B0503020204020204" pitchFamily="34" charset="-122"/>
                <a:cs typeface="+mn-ea"/>
                <a:sym typeface="Arial" panose="020B0604020202020204"/>
              </a:rPr>
              <a:t>：</a:t>
            </a:r>
            <a:r>
              <a:rPr kumimoji="0" lang="en-US" altLang="zh-CN" b="1" i="0" u="none" strike="noStrike" kern="0" cap="none" spc="0" normalizeH="0" baseline="0" noProof="0">
                <a:ln>
                  <a:noFill/>
                </a:ln>
                <a:solidFill>
                  <a:schemeClr val="bg1"/>
                </a:solidFill>
                <a:effectLst/>
                <a:uLnTx/>
                <a:uFillTx/>
                <a:latin typeface="Arial" panose="020B0604020202020204"/>
                <a:ea typeface="微软雅黑" panose="020B0503020204020204" pitchFamily="34" charset="-122"/>
                <a:cs typeface="+mn-ea"/>
                <a:sym typeface="Arial" panose="020B0604020202020204"/>
              </a:rPr>
              <a:t>Z</a:t>
            </a:r>
            <a:r>
              <a:rPr lang="zh-CN" altLang="en-US" b="1" kern="0">
                <a:solidFill>
                  <a:schemeClr val="bg1"/>
                </a:solidFill>
                <a:latin typeface="Arial" panose="020B0604020202020204"/>
                <a:ea typeface="微软雅黑" panose="020B0503020204020204" pitchFamily="34" charset="-122"/>
                <a:cs typeface="+mn-ea"/>
                <a:sym typeface="Arial" panose="020B0604020202020204"/>
              </a:rPr>
              <a:t>轴高度</a:t>
            </a:r>
            <a:endParaRPr kumimoji="0" lang="zh-CN" altLang="en-US" b="1" i="0" u="none" strike="noStrike" kern="0" cap="none" spc="0" normalizeH="0" baseline="0" noProof="0" dirty="0">
              <a:ln>
                <a:noFill/>
              </a:ln>
              <a:solidFill>
                <a:schemeClr val="bg1"/>
              </a:solidFill>
              <a:effectLst/>
              <a:uLnTx/>
              <a:uFillTx/>
              <a:latin typeface="Arial" panose="020B0604020202020204"/>
              <a:ea typeface="微软雅黑" panose="020B0503020204020204" pitchFamily="34" charset="-122"/>
              <a:cs typeface="+mn-ea"/>
              <a:sym typeface="Arial" panose="020B0604020202020204"/>
            </a:endParaRPr>
          </a:p>
        </p:txBody>
      </p:sp>
      <p:sp>
        <p:nvSpPr>
          <p:cNvPr id="21" name="Rectangle: Rounded Corners 46"/>
          <p:cNvSpPr/>
          <p:nvPr>
            <p:custDataLst>
              <p:tags r:id="rId6"/>
            </p:custDataLst>
          </p:nvPr>
        </p:nvSpPr>
        <p:spPr>
          <a:xfrm>
            <a:off x="7528941" y="1571294"/>
            <a:ext cx="2603754" cy="367200"/>
          </a:xfrm>
          <a:prstGeom prst="rect">
            <a:avLst/>
          </a:prstGeom>
          <a:solidFill>
            <a:srgbClr val="004EA2"/>
          </a:solidFill>
          <a:ln w="12700" cap="flat" cmpd="sng" algn="ctr">
            <a:noFill/>
            <a:prstDash val="solid"/>
            <a:miter lim="800000"/>
          </a:ln>
          <a:effectLst/>
        </p:spPr>
        <p:txBody>
          <a:bodyPr rtlCol="0" anchor="ct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b="1" i="0" u="none" strike="noStrike" kern="0" cap="none" spc="0" normalizeH="0" baseline="0" noProof="0">
                <a:ln>
                  <a:noFill/>
                </a:ln>
                <a:solidFill>
                  <a:schemeClr val="bg1"/>
                </a:solidFill>
                <a:effectLst/>
                <a:uLnTx/>
                <a:uFillTx/>
                <a:latin typeface="Arial" panose="020B0604020202020204"/>
                <a:ea typeface="微软雅黑" panose="020B0503020204020204" pitchFamily="34" charset="-122"/>
                <a:cs typeface="+mn-ea"/>
                <a:sym typeface="Arial" panose="020B0604020202020204"/>
              </a:rPr>
              <a:t>改进</a:t>
            </a:r>
            <a:r>
              <a:rPr kumimoji="0" lang="en-US" altLang="zh-CN" b="1" i="0" u="none" strike="noStrike" kern="0" cap="none" spc="0" normalizeH="0" baseline="0" noProof="0">
                <a:ln>
                  <a:noFill/>
                </a:ln>
                <a:solidFill>
                  <a:schemeClr val="bg1"/>
                </a:solidFill>
                <a:effectLst/>
                <a:uLnTx/>
                <a:uFillTx/>
                <a:latin typeface="Arial" panose="020B0604020202020204"/>
                <a:ea typeface="微软雅黑" panose="020B0503020204020204" pitchFamily="34" charset="-122"/>
                <a:cs typeface="+mn-ea"/>
                <a:sym typeface="Arial" panose="020B0604020202020204"/>
              </a:rPr>
              <a:t>2</a:t>
            </a:r>
            <a:r>
              <a:rPr kumimoji="0" lang="zh-CN" altLang="en-US" b="1" i="0" u="none" strike="noStrike" kern="0" cap="none" spc="0" normalizeH="0" baseline="0" noProof="0">
                <a:ln>
                  <a:noFill/>
                </a:ln>
                <a:solidFill>
                  <a:schemeClr val="bg1"/>
                </a:solidFill>
                <a:effectLst/>
                <a:uLnTx/>
                <a:uFillTx/>
                <a:latin typeface="Arial" panose="020B0604020202020204"/>
                <a:ea typeface="微软雅黑" panose="020B0503020204020204" pitchFamily="34" charset="-122"/>
                <a:cs typeface="+mn-ea"/>
                <a:sym typeface="Arial" panose="020B0604020202020204"/>
              </a:rPr>
              <a:t>：</a:t>
            </a:r>
            <a:r>
              <a:rPr lang="zh-CN" altLang="en-US" b="1" kern="0">
                <a:solidFill>
                  <a:schemeClr val="bg1"/>
                </a:solidFill>
                <a:latin typeface="Arial" panose="020B0604020202020204"/>
                <a:ea typeface="微软雅黑" panose="020B0503020204020204" pitchFamily="34" charset="-122"/>
                <a:cs typeface="+mn-ea"/>
                <a:sym typeface="Arial" panose="020B0604020202020204"/>
              </a:rPr>
              <a:t>加入高度阈值法</a:t>
            </a:r>
            <a:endParaRPr kumimoji="0" lang="zh-CN" altLang="en-US" b="0" i="0" u="none" strike="noStrike" kern="0" cap="none" spc="0" normalizeH="0" baseline="0" noProof="0" dirty="0">
              <a:ln>
                <a:noFill/>
              </a:ln>
              <a:solidFill>
                <a:schemeClr val="bg1"/>
              </a:solidFill>
              <a:effectLst/>
              <a:uLnTx/>
              <a:uFillTx/>
              <a:latin typeface="Arial" panose="020B0604020202020204"/>
              <a:ea typeface="微软雅黑" panose="020B0503020204020204" pitchFamily="34" charset="-122"/>
              <a:cs typeface="+mn-ea"/>
              <a:sym typeface="Arial" panose="020B0604020202020204"/>
            </a:endParaRPr>
          </a:p>
        </p:txBody>
      </p:sp>
      <p:sp>
        <p:nvSpPr>
          <p:cNvPr id="22" name="文本框 21"/>
          <p:cNvSpPr txBox="1"/>
          <p:nvPr>
            <p:custDataLst>
              <p:tags r:id="rId7"/>
            </p:custDataLst>
          </p:nvPr>
        </p:nvSpPr>
        <p:spPr>
          <a:xfrm>
            <a:off x="7405750" y="1958391"/>
            <a:ext cx="3501389" cy="1476375"/>
          </a:xfrm>
          <a:prstGeom prst="rect">
            <a:avLst/>
          </a:prstGeom>
          <a:noFill/>
        </p:spPr>
        <p:txBody>
          <a:bodyPr wrap="square" rtlCol="0" anchor="t">
            <a:spAutoFit/>
          </a:bodyPr>
          <a:lstStyle/>
          <a:p>
            <a:pPr algn="just" fontAlgn="auto">
              <a:lnSpc>
                <a:spcPct val="150000"/>
              </a:lnSpc>
              <a:buClrTx/>
              <a:buSzTx/>
              <a:buFontTx/>
            </a:pPr>
            <a:r>
              <a:rPr lang="zh-CN" altLang="en-US" sz="1500">
                <a:latin typeface="Times New Roman" panose="02020603050405020304" pitchFamily="18" charset="0"/>
                <a:ea typeface="微软雅黑" panose="020B0503020204020204" pitchFamily="34" charset="-122"/>
                <a:cs typeface="Times New Roman" panose="02020603050405020304" pitchFamily="18" charset="0"/>
              </a:rPr>
              <a:t>增强体素特征的Z轴表达，并区分水面与非水面体素。在预处理阶段，加入一个Z轴高度直方图阈值法，实现快速的水面分割</a:t>
            </a:r>
          </a:p>
        </p:txBody>
      </p:sp>
      <p:sp>
        <p:nvSpPr>
          <p:cNvPr id="2" name="TextBox 6"/>
          <p:cNvSpPr txBox="1"/>
          <p:nvPr/>
        </p:nvSpPr>
        <p:spPr>
          <a:xfrm>
            <a:off x="360729" y="165509"/>
            <a:ext cx="9537651" cy="589380"/>
          </a:xfrm>
          <a:prstGeom prst="rect">
            <a:avLst/>
          </a:prstGeom>
          <a:noFill/>
        </p:spPr>
        <p:txBody>
          <a:bodyPr wrap="square" lIns="0" tIns="48000" rIns="0" bIns="48000" rtlCol="0">
            <a:spAutoFit/>
          </a:bodyPr>
          <a:lstStyle/>
          <a:p>
            <a:r>
              <a:rPr lang="en-US" altLang="zh-CN" sz="3200" b="1">
                <a:solidFill>
                  <a:srgbClr val="004EA2"/>
                </a:solidFill>
                <a:latin typeface="微软雅黑" panose="020B0503020204020204" pitchFamily="34" charset="-122"/>
                <a:ea typeface="微软雅黑" panose="020B0503020204020204" pitchFamily="34" charset="-122"/>
              </a:rPr>
              <a:t>2.5</a:t>
            </a:r>
            <a:r>
              <a:rPr lang="zh-CN" altLang="en-US" sz="3200" b="1">
                <a:solidFill>
                  <a:srgbClr val="004EA2"/>
                </a:solidFill>
                <a:latin typeface="微软雅黑" panose="020B0503020204020204" pitchFamily="34" charset="-122"/>
                <a:ea typeface="微软雅黑" panose="020B0503020204020204" pitchFamily="34" charset="-122"/>
              </a:rPr>
              <a:t>点云与可见光特征级融合目标检测算法研究</a:t>
            </a:r>
            <a:r>
              <a:rPr kumimoji="0" lang="en-US" altLang="zh-CN" sz="1800" b="1" i="0" u="none" strike="noStrike" kern="1200" cap="none" spc="0" normalizeH="0" baseline="0" noProof="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a:t>
            </a:r>
            <a:r>
              <a:rPr kumimoji="0" lang="zh-CN" altLang="en-US" sz="1800" b="1" i="0" u="none" strike="noStrike" kern="1200" cap="none" spc="0" normalizeH="0" baseline="0" noProof="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创新点</a:t>
            </a:r>
            <a:endParaRPr lang="zh-CN" altLang="en-US" sz="3200" b="1" dirty="0">
              <a:solidFill>
                <a:srgbClr val="004EA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54A4F9F-060C-6358-AF3E-F5C9F55702A0}"/>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6"/>
          <p:cNvSpPr txBox="1"/>
          <p:nvPr/>
        </p:nvSpPr>
        <p:spPr>
          <a:xfrm>
            <a:off x="360729" y="165509"/>
            <a:ext cx="9537651" cy="589380"/>
          </a:xfrm>
          <a:prstGeom prst="rect">
            <a:avLst/>
          </a:prstGeom>
          <a:noFill/>
        </p:spPr>
        <p:txBody>
          <a:bodyPr wrap="square" lIns="0" tIns="48000" rIns="0" bIns="48000" rtlCol="0">
            <a:spAutoFit/>
          </a:bodyPr>
          <a:lstStyle/>
          <a:p>
            <a:r>
              <a:rPr lang="en-US" altLang="zh-CN" sz="3200" b="1">
                <a:solidFill>
                  <a:srgbClr val="004EA2"/>
                </a:solidFill>
                <a:latin typeface="微软雅黑" panose="020B0503020204020204" pitchFamily="34" charset="-122"/>
                <a:ea typeface="微软雅黑" panose="020B0503020204020204" pitchFamily="34" charset="-122"/>
              </a:rPr>
              <a:t>2.5</a:t>
            </a:r>
            <a:r>
              <a:rPr lang="zh-CN" altLang="en-US" sz="3200" b="1">
                <a:solidFill>
                  <a:srgbClr val="004EA2"/>
                </a:solidFill>
                <a:latin typeface="微软雅黑" panose="020B0503020204020204" pitchFamily="34" charset="-122"/>
                <a:ea typeface="微软雅黑" panose="020B0503020204020204" pitchFamily="34" charset="-122"/>
              </a:rPr>
              <a:t>点云与可见光特征级融合目标检测算法研究</a:t>
            </a:r>
            <a:r>
              <a:rPr kumimoji="0" lang="en-US" altLang="zh-CN" sz="1800" b="1" i="0" u="none" strike="noStrike" kern="1200" cap="none" spc="0" normalizeH="0" baseline="0" noProof="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a:t>
            </a:r>
            <a:r>
              <a:rPr kumimoji="0" lang="zh-CN" altLang="en-US" sz="1800" b="1" i="0" u="none" strike="noStrike" kern="1200" cap="none" spc="0" normalizeH="0" baseline="0" noProof="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创新点</a:t>
            </a:r>
            <a:endParaRPr lang="zh-CN" altLang="en-US" sz="3200" b="1" dirty="0">
              <a:solidFill>
                <a:srgbClr val="004EA2"/>
              </a:solidFill>
              <a:latin typeface="微软雅黑" panose="020B0503020204020204" pitchFamily="34" charset="-122"/>
              <a:ea typeface="微软雅黑" panose="020B0503020204020204" pitchFamily="34" charset="-122"/>
            </a:endParaRPr>
          </a:p>
        </p:txBody>
      </p:sp>
      <p:sp>
        <p:nvSpPr>
          <p:cNvPr id="4" name="Rectangle: Rounded Corners 46"/>
          <p:cNvSpPr/>
          <p:nvPr>
            <p:custDataLst>
              <p:tags r:id="rId1"/>
            </p:custDataLst>
          </p:nvPr>
        </p:nvSpPr>
        <p:spPr>
          <a:xfrm>
            <a:off x="1625599" y="1428797"/>
            <a:ext cx="2825171" cy="367200"/>
          </a:xfrm>
          <a:prstGeom prst="rect">
            <a:avLst/>
          </a:prstGeom>
          <a:solidFill>
            <a:srgbClr val="004EA2"/>
          </a:solidFill>
          <a:ln w="12700" cap="flat" cmpd="sng" algn="ctr">
            <a:noFill/>
            <a:prstDash val="solid"/>
            <a:miter lim="800000"/>
          </a:ln>
          <a:effectLst/>
        </p:spPr>
        <p:txBody>
          <a:bodyPr rtlCol="0" anchor="ctr">
            <a:noAutofit/>
          </a:bodyPr>
          <a:lstStyle/>
          <a:p>
            <a:pPr lvl="0" algn="l">
              <a:spcBef>
                <a:spcPts val="0"/>
              </a:spcBef>
              <a:spcAft>
                <a:spcPts val="0"/>
              </a:spcAft>
              <a:buClrTx/>
              <a:buSzTx/>
              <a:buFontTx/>
              <a:defRPr/>
            </a:pPr>
            <a:r>
              <a:rPr lang="zh-CN" altLang="en-US" b="1" kern="0">
                <a:solidFill>
                  <a:schemeClr val="bg1"/>
                </a:solidFill>
                <a:latin typeface="Arial" panose="020B0604020202020204"/>
                <a:ea typeface="微软雅黑" panose="020B0503020204020204" pitchFamily="34" charset="-122"/>
                <a:cs typeface="+mn-ea"/>
                <a:sym typeface="Arial" panose="020B0604020202020204"/>
              </a:rPr>
              <a:t>改进</a:t>
            </a:r>
            <a:r>
              <a:rPr lang="en-US" altLang="zh-CN" b="1" kern="0">
                <a:solidFill>
                  <a:schemeClr val="bg1"/>
                </a:solidFill>
                <a:latin typeface="Arial" panose="020B0604020202020204"/>
                <a:ea typeface="微软雅黑" panose="020B0503020204020204" pitchFamily="34" charset="-122"/>
                <a:cs typeface="+mn-ea"/>
                <a:sym typeface="Arial" panose="020B0604020202020204"/>
              </a:rPr>
              <a:t>3</a:t>
            </a:r>
            <a:r>
              <a:rPr lang="zh-CN" altLang="en-US" b="1" kern="0" noProof="0">
                <a:ln>
                  <a:noFill/>
                </a:ln>
                <a:solidFill>
                  <a:schemeClr val="bg1"/>
                </a:solidFill>
                <a:effectLst/>
                <a:uLnTx/>
                <a:uFillTx/>
                <a:latin typeface="Arial" panose="020B0604020202020204"/>
                <a:ea typeface="微软雅黑" panose="020B0503020204020204" pitchFamily="34" charset="-122"/>
                <a:cs typeface="+mn-ea"/>
                <a:sym typeface="Arial" panose="020B0604020202020204"/>
              </a:rPr>
              <a:t>：增加图注意力网络</a:t>
            </a:r>
            <a:endParaRPr lang="zh-CN" altLang="en-US" b="1" kern="0" noProof="0" dirty="0">
              <a:ln>
                <a:noFill/>
              </a:ln>
              <a:solidFill>
                <a:schemeClr val="bg1"/>
              </a:solidFill>
              <a:effectLst/>
              <a:uLnTx/>
              <a:uFillTx/>
              <a:latin typeface="Arial" panose="020B0604020202020204"/>
              <a:ea typeface="微软雅黑" panose="020B0503020204020204" pitchFamily="34" charset="-122"/>
              <a:cs typeface="+mn-ea"/>
              <a:sym typeface="Arial" panose="020B0604020202020204"/>
            </a:endParaRPr>
          </a:p>
        </p:txBody>
      </p:sp>
      <p:sp>
        <p:nvSpPr>
          <p:cNvPr id="6" name="Rectangle: Rounded Corners 46"/>
          <p:cNvSpPr/>
          <p:nvPr>
            <p:custDataLst>
              <p:tags r:id="rId2"/>
            </p:custDataLst>
          </p:nvPr>
        </p:nvSpPr>
        <p:spPr>
          <a:xfrm>
            <a:off x="1837415" y="4262575"/>
            <a:ext cx="2609850" cy="367200"/>
          </a:xfrm>
          <a:prstGeom prst="rect">
            <a:avLst/>
          </a:prstGeom>
          <a:solidFill>
            <a:schemeClr val="accent6">
              <a:lumMod val="60000"/>
              <a:lumOff val="40000"/>
            </a:schemeClr>
          </a:solidFill>
          <a:ln w="12700" cap="flat" cmpd="sng" algn="ctr">
            <a:noFill/>
            <a:prstDash val="solid"/>
            <a:miter lim="800000"/>
          </a:ln>
          <a:effectLst/>
        </p:spPr>
        <p:txBody>
          <a:bodyPr rtlCol="0" anchor="ct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b="1" i="0" u="none" strike="noStrike" kern="0" cap="none" spc="0" normalizeH="0" baseline="0" noProof="0">
                <a:ln>
                  <a:noFill/>
                </a:ln>
                <a:solidFill>
                  <a:schemeClr val="bg1"/>
                </a:solidFill>
                <a:effectLst/>
                <a:uLnTx/>
                <a:uFillTx/>
                <a:latin typeface="Arial" panose="020B0604020202020204"/>
                <a:ea typeface="微软雅黑" panose="020B0503020204020204" pitchFamily="34" charset="-122"/>
                <a:cs typeface="+mn-ea"/>
                <a:sym typeface="Arial" panose="020B0604020202020204"/>
              </a:rPr>
              <a:t>问题</a:t>
            </a:r>
            <a:r>
              <a:rPr kumimoji="0" lang="en-US" altLang="zh-CN" b="1" i="0" u="none" strike="noStrike" kern="0" cap="none" spc="0" normalizeH="0" baseline="0" noProof="0">
                <a:ln>
                  <a:noFill/>
                </a:ln>
                <a:solidFill>
                  <a:schemeClr val="bg1"/>
                </a:solidFill>
                <a:effectLst/>
                <a:uLnTx/>
                <a:uFillTx/>
                <a:latin typeface="Arial" panose="020B0604020202020204"/>
                <a:ea typeface="微软雅黑" panose="020B0503020204020204" pitchFamily="34" charset="-122"/>
                <a:cs typeface="+mn-ea"/>
                <a:sym typeface="Arial" panose="020B0604020202020204"/>
              </a:rPr>
              <a:t>3</a:t>
            </a:r>
            <a:r>
              <a:rPr kumimoji="0" lang="zh-CN" altLang="en-US" b="1" i="0" u="none" strike="noStrike" kern="0" cap="none" spc="0" normalizeH="0" baseline="0" noProof="0">
                <a:ln>
                  <a:noFill/>
                </a:ln>
                <a:solidFill>
                  <a:schemeClr val="bg1"/>
                </a:solidFill>
                <a:effectLst/>
                <a:uLnTx/>
                <a:uFillTx/>
                <a:latin typeface="Arial" panose="020B0604020202020204"/>
                <a:ea typeface="微软雅黑" panose="020B0503020204020204" pitchFamily="34" charset="-122"/>
                <a:cs typeface="+mn-ea"/>
                <a:sym typeface="Arial" panose="020B0604020202020204"/>
              </a:rPr>
              <a:t>：</a:t>
            </a:r>
            <a:r>
              <a:rPr lang="zh-CN" altLang="en-US" b="1" kern="0">
                <a:solidFill>
                  <a:schemeClr val="bg1"/>
                </a:solidFill>
                <a:latin typeface="Arial" panose="020B0604020202020204"/>
                <a:ea typeface="微软雅黑" panose="020B0503020204020204" pitchFamily="34" charset="-122"/>
                <a:cs typeface="+mn-ea"/>
                <a:sym typeface="Arial" panose="020B0604020202020204"/>
              </a:rPr>
              <a:t>易忽略实例情况</a:t>
            </a:r>
            <a:endParaRPr kumimoji="0" lang="zh-CN" altLang="en-US" b="1" i="0" u="none" strike="noStrike" kern="0" cap="none" spc="0" normalizeH="0" baseline="0" noProof="0" dirty="0">
              <a:ln>
                <a:noFill/>
              </a:ln>
              <a:solidFill>
                <a:schemeClr val="bg1"/>
              </a:solidFill>
              <a:effectLst/>
              <a:uLnTx/>
              <a:uFillTx/>
              <a:latin typeface="Arial" panose="020B0604020202020204"/>
              <a:ea typeface="微软雅黑" panose="020B0503020204020204" pitchFamily="34" charset="-122"/>
              <a:cs typeface="+mn-ea"/>
              <a:sym typeface="Arial" panose="020B0604020202020204"/>
            </a:endParaRPr>
          </a:p>
        </p:txBody>
      </p:sp>
      <p:sp>
        <p:nvSpPr>
          <p:cNvPr id="8" name="文本框 7"/>
          <p:cNvSpPr txBox="1"/>
          <p:nvPr>
            <p:custDataLst>
              <p:tags r:id="rId3"/>
            </p:custDataLst>
          </p:nvPr>
        </p:nvSpPr>
        <p:spPr>
          <a:xfrm>
            <a:off x="649787" y="4640656"/>
            <a:ext cx="3852723" cy="1129665"/>
          </a:xfrm>
          <a:prstGeom prst="rect">
            <a:avLst/>
          </a:prstGeom>
          <a:noFill/>
        </p:spPr>
        <p:txBody>
          <a:bodyPr wrap="square" rtlCol="0">
            <a:spAutoFit/>
          </a:bodyPr>
          <a:lstStyle/>
          <a:p>
            <a:pPr algn="just">
              <a:lnSpc>
                <a:spcPct val="150000"/>
              </a:lnSpc>
              <a:buClrTx/>
              <a:buSzTx/>
              <a:buFontTx/>
            </a:pPr>
            <a:r>
              <a:rPr lang="zh-CN" altLang="en-US" sz="1500">
                <a:latin typeface="Times New Roman" panose="02020603050405020304" pitchFamily="18" charset="0"/>
                <a:ea typeface="微软雅黑" panose="020B0503020204020204" pitchFamily="34" charset="-122"/>
                <a:cs typeface="Times New Roman" panose="02020603050405020304" pitchFamily="18" charset="0"/>
              </a:rPr>
              <a:t>船只之间常常存在编队航行、密集停泊等强关联行为。原始LSI模块独立处理每个实例，易忽略实例间的关系</a:t>
            </a:r>
          </a:p>
        </p:txBody>
      </p:sp>
      <p:sp>
        <p:nvSpPr>
          <p:cNvPr id="9" name="文本框 8"/>
          <p:cNvSpPr txBox="1"/>
          <p:nvPr/>
        </p:nvSpPr>
        <p:spPr>
          <a:xfrm>
            <a:off x="7337425" y="4579620"/>
            <a:ext cx="4349249" cy="1782667"/>
          </a:xfrm>
          <a:prstGeom prst="rect">
            <a:avLst/>
          </a:prstGeom>
          <a:noFill/>
        </p:spPr>
        <p:txBody>
          <a:bodyPr wrap="square" rtlCol="0" anchor="t">
            <a:spAutoFit/>
          </a:bodyPr>
          <a:lstStyle/>
          <a:p>
            <a:pPr algn="just">
              <a:lnSpc>
                <a:spcPct val="150000"/>
              </a:lnSpc>
            </a:pPr>
            <a:r>
              <a:rPr lang="en-US" altLang="zh-CN" sz="1500">
                <a:latin typeface="Times New Roman" panose="02020603050405020304" pitchFamily="18" charset="0"/>
                <a:ea typeface="微软雅黑" panose="020B0503020204020204" pitchFamily="34" charset="-122"/>
                <a:cs typeface="Times New Roman" panose="02020603050405020304" pitchFamily="18" charset="0"/>
              </a:rPr>
              <a:t>DSTR</a:t>
            </a:r>
            <a:r>
              <a:rPr lang="zh-CN" altLang="en-US" sz="1500">
                <a:latin typeface="Times New Roman" panose="02020603050405020304" pitchFamily="18" charset="0"/>
                <a:ea typeface="微软雅黑" panose="020B0503020204020204" pitchFamily="34" charset="-122"/>
                <a:cs typeface="Times New Roman" panose="02020603050405020304" pitchFamily="18" charset="0"/>
              </a:rPr>
              <a:t>的检测头是为检测“车、人、自行车”等陆地目标而设计的，与道路上的车辆相比，船只的朝向更加自由、变化范围更大。原始的检测头直接回归       和       虽解决了角度的周期性问题，但在精度和处理多模态不确定性方面仍有提升空间</a:t>
            </a:r>
          </a:p>
        </p:txBody>
      </p:sp>
      <p:sp>
        <p:nvSpPr>
          <p:cNvPr id="10" name="文本框 9"/>
          <p:cNvSpPr txBox="1"/>
          <p:nvPr>
            <p:custDataLst>
              <p:tags r:id="rId4"/>
            </p:custDataLst>
          </p:nvPr>
        </p:nvSpPr>
        <p:spPr>
          <a:xfrm>
            <a:off x="616884" y="1795704"/>
            <a:ext cx="3885626" cy="783590"/>
          </a:xfrm>
          <a:prstGeom prst="rect">
            <a:avLst/>
          </a:prstGeom>
          <a:noFill/>
        </p:spPr>
        <p:txBody>
          <a:bodyPr wrap="square" rtlCol="0" anchor="t">
            <a:spAutoFit/>
          </a:bodyPr>
          <a:lstStyle/>
          <a:p>
            <a:pPr algn="just" fontAlgn="auto">
              <a:lnSpc>
                <a:spcPct val="150000"/>
              </a:lnSpc>
              <a:buClrTx/>
              <a:buSzTx/>
              <a:buFontTx/>
            </a:pPr>
            <a:r>
              <a:rPr lang="zh-CN" altLang="en-US" sz="1500">
                <a:latin typeface="Times New Roman" panose="02020603050405020304" pitchFamily="18" charset="0"/>
                <a:ea typeface="微软雅黑" panose="020B0503020204020204" pitchFamily="34" charset="-122"/>
                <a:cs typeface="Times New Roman" panose="02020603050405020304" pitchFamily="18" charset="0"/>
              </a:rPr>
              <a:t>生成单实例特征后，在DSF前增加一个图注意力网络来建模实例间的相互关系</a:t>
            </a:r>
          </a:p>
        </p:txBody>
      </p:sp>
      <p:sp>
        <p:nvSpPr>
          <p:cNvPr id="19" name="Rectangle: Rounded Corners 46"/>
          <p:cNvSpPr/>
          <p:nvPr>
            <p:custDataLst>
              <p:tags r:id="rId5"/>
            </p:custDataLst>
          </p:nvPr>
        </p:nvSpPr>
        <p:spPr>
          <a:xfrm>
            <a:off x="7392308" y="4262575"/>
            <a:ext cx="2376000" cy="378000"/>
          </a:xfrm>
          <a:prstGeom prst="rect">
            <a:avLst/>
          </a:prstGeom>
          <a:solidFill>
            <a:schemeClr val="accent6">
              <a:lumMod val="60000"/>
              <a:lumOff val="40000"/>
            </a:schemeClr>
          </a:solidFill>
          <a:ln w="12700" cap="flat" cmpd="sng" algn="ctr">
            <a:noFill/>
            <a:prstDash val="solid"/>
            <a:miter lim="800000"/>
          </a:ln>
          <a:effectLst/>
        </p:spPr>
        <p:txBody>
          <a:bodyPr rtlCol="0" anchor="ctr"/>
          <a:lstStyle/>
          <a:p>
            <a:pPr marL="0" marR="0" lvl="0" algn="l" defTabSz="914400" eaLnBrk="1" fontAlgn="auto" latinLnBrk="0" hangingPunct="1">
              <a:lnSpc>
                <a:spcPct val="100000"/>
              </a:lnSpc>
              <a:spcBef>
                <a:spcPts val="0"/>
              </a:spcBef>
              <a:spcAft>
                <a:spcPts val="0"/>
              </a:spcAft>
              <a:buClrTx/>
              <a:buSzTx/>
              <a:buFontTx/>
              <a:buNone/>
              <a:defRPr/>
            </a:pPr>
            <a:r>
              <a:rPr kumimoji="0" lang="zh-CN" altLang="en-US" b="1" i="0" u="none" strike="noStrike" kern="0" cap="none" spc="0" normalizeH="0" baseline="0" noProof="0">
                <a:ln>
                  <a:noFill/>
                </a:ln>
                <a:solidFill>
                  <a:schemeClr val="bg1"/>
                </a:solidFill>
                <a:effectLst/>
                <a:uLnTx/>
                <a:uFillTx/>
                <a:latin typeface="Arial" panose="020B0604020202020204"/>
                <a:ea typeface="微软雅黑" panose="020B0503020204020204" pitchFamily="34" charset="-122"/>
                <a:cs typeface="+mn-ea"/>
                <a:sym typeface="Arial" panose="020B0604020202020204"/>
              </a:rPr>
              <a:t>问题</a:t>
            </a:r>
            <a:r>
              <a:rPr kumimoji="0" lang="en-US" altLang="zh-CN" b="1" i="0" u="none" strike="noStrike" kern="0" cap="none" spc="0" normalizeH="0" baseline="0" noProof="0">
                <a:ln>
                  <a:noFill/>
                </a:ln>
                <a:solidFill>
                  <a:schemeClr val="bg1"/>
                </a:solidFill>
                <a:effectLst/>
                <a:uLnTx/>
                <a:uFillTx/>
                <a:latin typeface="Arial" panose="020B0604020202020204"/>
                <a:ea typeface="微软雅黑" panose="020B0503020204020204" pitchFamily="34" charset="-122"/>
                <a:cs typeface="+mn-ea"/>
                <a:sym typeface="Arial" panose="020B0604020202020204"/>
              </a:rPr>
              <a:t>4</a:t>
            </a:r>
            <a:r>
              <a:rPr kumimoji="0" lang="zh-CN" altLang="en-US" b="1" i="0" u="none" strike="noStrike" kern="0" cap="none" spc="0" normalizeH="0" baseline="0" noProof="0">
                <a:ln>
                  <a:noFill/>
                </a:ln>
                <a:solidFill>
                  <a:schemeClr val="bg1"/>
                </a:solidFill>
                <a:effectLst/>
                <a:uLnTx/>
                <a:uFillTx/>
                <a:latin typeface="Arial" panose="020B0604020202020204"/>
                <a:ea typeface="微软雅黑" panose="020B0503020204020204" pitchFamily="34" charset="-122"/>
                <a:cs typeface="+mn-ea"/>
                <a:sym typeface="Arial" panose="020B0604020202020204"/>
              </a:rPr>
              <a:t>：检测头设置</a:t>
            </a:r>
            <a:endParaRPr kumimoji="0" lang="zh-CN" altLang="en-US" b="1" i="0" u="none" strike="noStrike" kern="0" cap="none" spc="0" normalizeH="0" baseline="0" noProof="0" dirty="0">
              <a:ln>
                <a:noFill/>
              </a:ln>
              <a:solidFill>
                <a:schemeClr val="bg1"/>
              </a:solidFill>
              <a:effectLst/>
              <a:uLnTx/>
              <a:uFillTx/>
              <a:latin typeface="Arial" panose="020B0604020202020204"/>
              <a:ea typeface="微软雅黑" panose="020B0503020204020204" pitchFamily="34" charset="-122"/>
              <a:cs typeface="+mn-ea"/>
              <a:sym typeface="Arial" panose="020B0604020202020204"/>
            </a:endParaRPr>
          </a:p>
        </p:txBody>
      </p:sp>
      <p:sp>
        <p:nvSpPr>
          <p:cNvPr id="21" name="Rectangle: Rounded Corners 46"/>
          <p:cNvSpPr/>
          <p:nvPr>
            <p:custDataLst>
              <p:tags r:id="rId6"/>
            </p:custDataLst>
          </p:nvPr>
        </p:nvSpPr>
        <p:spPr>
          <a:xfrm>
            <a:off x="7392308" y="1428797"/>
            <a:ext cx="3335863" cy="367200"/>
          </a:xfrm>
          <a:prstGeom prst="rect">
            <a:avLst/>
          </a:prstGeom>
          <a:solidFill>
            <a:srgbClr val="004EA2"/>
          </a:solidFill>
          <a:ln w="12700" cap="flat" cmpd="sng" algn="ctr">
            <a:noFill/>
            <a:prstDash val="solid"/>
            <a:miter lim="800000"/>
          </a:ln>
          <a:effectLst/>
        </p:spPr>
        <p:txBody>
          <a:bodyPr rtlCol="0" anchor="ct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b="1" i="0" u="none" strike="noStrike" kern="0" cap="none" spc="0" normalizeH="0" baseline="0" noProof="0">
                <a:ln>
                  <a:noFill/>
                </a:ln>
                <a:solidFill>
                  <a:schemeClr val="bg1"/>
                </a:solidFill>
                <a:effectLst/>
                <a:uLnTx/>
                <a:uFillTx/>
                <a:latin typeface="Arial" panose="020B0604020202020204"/>
                <a:ea typeface="微软雅黑" panose="020B0503020204020204" pitchFamily="34" charset="-122"/>
                <a:cs typeface="+mn-ea"/>
                <a:sym typeface="Arial" panose="020B0604020202020204"/>
              </a:rPr>
              <a:t>改进</a:t>
            </a:r>
            <a:r>
              <a:rPr kumimoji="0" lang="en-US" altLang="zh-CN" b="1" i="0" u="none" strike="noStrike" kern="0" cap="none" spc="0" normalizeH="0" baseline="0" noProof="0">
                <a:ln>
                  <a:noFill/>
                </a:ln>
                <a:solidFill>
                  <a:schemeClr val="bg1"/>
                </a:solidFill>
                <a:effectLst/>
                <a:uLnTx/>
                <a:uFillTx/>
                <a:latin typeface="Arial" panose="020B0604020202020204"/>
                <a:ea typeface="微软雅黑" panose="020B0503020204020204" pitchFamily="34" charset="-122"/>
                <a:cs typeface="+mn-ea"/>
                <a:sym typeface="Arial" panose="020B0604020202020204"/>
              </a:rPr>
              <a:t>4</a:t>
            </a:r>
            <a:r>
              <a:rPr kumimoji="0" lang="zh-CN" altLang="en-US" b="1" i="0" u="none" strike="noStrike" kern="0" cap="none" spc="0" normalizeH="0" baseline="0" noProof="0">
                <a:ln>
                  <a:noFill/>
                </a:ln>
                <a:solidFill>
                  <a:schemeClr val="bg1"/>
                </a:solidFill>
                <a:effectLst/>
                <a:uLnTx/>
                <a:uFillTx/>
                <a:latin typeface="Arial" panose="020B0604020202020204"/>
                <a:ea typeface="微软雅黑" panose="020B0503020204020204" pitchFamily="34" charset="-122"/>
                <a:cs typeface="+mn-ea"/>
                <a:sym typeface="Arial" panose="020B0604020202020204"/>
              </a:rPr>
              <a:t>：引入跨模态注意力机制</a:t>
            </a:r>
            <a:endParaRPr kumimoji="0" lang="zh-CN" altLang="en-US" b="0" i="0" u="none" strike="noStrike" kern="0" cap="none" spc="0" normalizeH="0" baseline="0" noProof="0" dirty="0">
              <a:ln>
                <a:noFill/>
              </a:ln>
              <a:solidFill>
                <a:schemeClr val="bg1"/>
              </a:solidFill>
              <a:effectLst/>
              <a:uLnTx/>
              <a:uFillTx/>
              <a:latin typeface="Arial" panose="020B0604020202020204"/>
              <a:ea typeface="微软雅黑" panose="020B0503020204020204" pitchFamily="34" charset="-122"/>
              <a:cs typeface="+mn-ea"/>
              <a:sym typeface="Arial" panose="020B0604020202020204"/>
            </a:endParaRPr>
          </a:p>
        </p:txBody>
      </p:sp>
      <p:sp>
        <p:nvSpPr>
          <p:cNvPr id="22" name="文本框 21"/>
          <p:cNvSpPr txBox="1"/>
          <p:nvPr>
            <p:custDataLst>
              <p:tags r:id="rId7"/>
            </p:custDataLst>
          </p:nvPr>
        </p:nvSpPr>
        <p:spPr>
          <a:xfrm>
            <a:off x="7337425" y="1795704"/>
            <a:ext cx="3811747" cy="1090170"/>
          </a:xfrm>
          <a:prstGeom prst="rect">
            <a:avLst/>
          </a:prstGeom>
          <a:noFill/>
        </p:spPr>
        <p:txBody>
          <a:bodyPr wrap="square" rtlCol="0" anchor="t">
            <a:spAutoFit/>
          </a:bodyPr>
          <a:lstStyle/>
          <a:p>
            <a:pPr algn="just" fontAlgn="auto">
              <a:lnSpc>
                <a:spcPct val="150000"/>
              </a:lnSpc>
              <a:buClrTx/>
              <a:buSzTx/>
              <a:buFontTx/>
            </a:pPr>
            <a:r>
              <a:rPr lang="zh-CN" altLang="en-US" sz="1500">
                <a:latin typeface="Times New Roman" panose="02020603050405020304" pitchFamily="18" charset="0"/>
                <a:ea typeface="微软雅黑" panose="020B0503020204020204" pitchFamily="34" charset="-122"/>
                <a:cs typeface="Times New Roman" panose="02020603050405020304" pitchFamily="18" charset="0"/>
              </a:rPr>
              <a:t>在检测头处加入混合分类与回归的区间预测法，将连续的角度回归问题分解为粗略的区间分类和精细的区间内残差回归两部分</a:t>
            </a:r>
          </a:p>
        </p:txBody>
      </p:sp>
      <p:graphicFrame>
        <p:nvGraphicFramePr>
          <p:cNvPr id="23" name="对象 22"/>
          <p:cNvGraphicFramePr>
            <a:graphicFrameLocks noChangeAspect="1"/>
          </p:cNvGraphicFramePr>
          <p:nvPr>
            <p:extLst>
              <p:ext uri="{D42A27DB-BD31-4B8C-83A1-F6EECF244321}">
                <p14:modId xmlns:p14="http://schemas.microsoft.com/office/powerpoint/2010/main" val="459160379"/>
              </p:ext>
            </p:extLst>
          </p:nvPr>
        </p:nvGraphicFramePr>
        <p:xfrm>
          <a:off x="8580308" y="5770321"/>
          <a:ext cx="361950" cy="171450"/>
        </p:xfrm>
        <a:graphic>
          <a:graphicData uri="http://schemas.openxmlformats.org/presentationml/2006/ole">
            <mc:AlternateContent xmlns:mc="http://schemas.openxmlformats.org/markup-compatibility/2006">
              <mc:Choice xmlns:v="urn:schemas-microsoft-com:vml" Requires="v">
                <p:oleObj name="Equation" r:id="rId13" imgW="363220" imgH="172085" progId="Equation.DSMT4">
                  <p:embed/>
                </p:oleObj>
              </mc:Choice>
              <mc:Fallback>
                <p:oleObj name="Equation" r:id="rId13" imgW="363220" imgH="172085" progId="Equation.DSMT4">
                  <p:embed/>
                  <p:pic>
                    <p:nvPicPr>
                      <p:cNvPr id="23" name="对象 22"/>
                      <p:cNvPicPr/>
                      <p:nvPr/>
                    </p:nvPicPr>
                    <p:blipFill>
                      <a:blip r:embed="rId14"/>
                      <a:stretch>
                        <a:fillRect/>
                      </a:stretch>
                    </p:blipFill>
                    <p:spPr>
                      <a:xfrm>
                        <a:off x="8580308" y="5770321"/>
                        <a:ext cx="361950" cy="171450"/>
                      </a:xfrm>
                      <a:prstGeom prst="rect">
                        <a:avLst/>
                      </a:prstGeom>
                    </p:spPr>
                  </p:pic>
                </p:oleObj>
              </mc:Fallback>
            </mc:AlternateContent>
          </a:graphicData>
        </a:graphic>
      </p:graphicFrame>
      <p:graphicFrame>
        <p:nvGraphicFramePr>
          <p:cNvPr id="24" name="对象 23"/>
          <p:cNvGraphicFramePr>
            <a:graphicFrameLocks noChangeAspect="1"/>
          </p:cNvGraphicFramePr>
          <p:nvPr>
            <p:extLst>
              <p:ext uri="{D42A27DB-BD31-4B8C-83A1-F6EECF244321}">
                <p14:modId xmlns:p14="http://schemas.microsoft.com/office/powerpoint/2010/main" val="363347701"/>
              </p:ext>
            </p:extLst>
          </p:nvPr>
        </p:nvGraphicFramePr>
        <p:xfrm>
          <a:off x="8021619" y="5762978"/>
          <a:ext cx="333375" cy="171450"/>
        </p:xfrm>
        <a:graphic>
          <a:graphicData uri="http://schemas.openxmlformats.org/presentationml/2006/ole">
            <mc:AlternateContent xmlns:mc="http://schemas.openxmlformats.org/markup-compatibility/2006">
              <mc:Choice xmlns:v="urn:schemas-microsoft-com:vml" Requires="v">
                <p:oleObj name="Equation" r:id="rId15" imgW="334010" imgH="172085" progId="Equation.DSMT4">
                  <p:embed/>
                </p:oleObj>
              </mc:Choice>
              <mc:Fallback>
                <p:oleObj name="Equation" r:id="rId15" imgW="334010" imgH="172085" progId="Equation.DSMT4">
                  <p:embed/>
                  <p:pic>
                    <p:nvPicPr>
                      <p:cNvPr id="24" name="对象 23"/>
                      <p:cNvPicPr/>
                      <p:nvPr/>
                    </p:nvPicPr>
                    <p:blipFill>
                      <a:blip r:embed="rId16"/>
                      <a:stretch>
                        <a:fillRect/>
                      </a:stretch>
                    </p:blipFill>
                    <p:spPr>
                      <a:xfrm>
                        <a:off x="8021619" y="5762978"/>
                        <a:ext cx="333375" cy="171450"/>
                      </a:xfrm>
                      <a:prstGeom prst="rect">
                        <a:avLst/>
                      </a:prstGeom>
                    </p:spPr>
                  </p:pic>
                </p:oleObj>
              </mc:Fallback>
            </mc:AlternateContent>
          </a:graphicData>
        </a:graphic>
      </p:graphicFrame>
      <p:sp>
        <p:nvSpPr>
          <p:cNvPr id="3" name="矩形: 圆角 2">
            <a:extLst>
              <a:ext uri="{FF2B5EF4-FFF2-40B4-BE49-F238E27FC236}">
                <a16:creationId xmlns:a16="http://schemas.microsoft.com/office/drawing/2014/main" id="{984A9BCB-F708-B83B-03D8-E384CA066B5A}"/>
              </a:ext>
            </a:extLst>
          </p:cNvPr>
          <p:cNvSpPr/>
          <p:nvPr/>
        </p:nvSpPr>
        <p:spPr>
          <a:xfrm rot="2751162">
            <a:off x="5197474" y="3181667"/>
            <a:ext cx="1675765" cy="1675765"/>
          </a:xfrm>
          <a:prstGeom prst="roundRect">
            <a:avLst/>
          </a:prstGeom>
          <a:solidFill>
            <a:schemeClr val="accent6">
              <a:lumMod val="60000"/>
              <a:lumOff val="4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a:extLst>
              <a:ext uri="{FF2B5EF4-FFF2-40B4-BE49-F238E27FC236}">
                <a16:creationId xmlns:a16="http://schemas.microsoft.com/office/drawing/2014/main" id="{B1213B2F-4128-03AA-5211-3FA1222A900C}"/>
              </a:ext>
            </a:extLst>
          </p:cNvPr>
          <p:cNvSpPr/>
          <p:nvPr/>
        </p:nvSpPr>
        <p:spPr>
          <a:xfrm rot="2751162">
            <a:off x="5197474" y="2663508"/>
            <a:ext cx="1675765" cy="1675765"/>
          </a:xfrm>
          <a:prstGeom prst="roundRect">
            <a:avLst/>
          </a:prstGeom>
          <a:solidFill>
            <a:srgbClr val="004EA2"/>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上箭头 6">
            <a:extLst>
              <a:ext uri="{FF2B5EF4-FFF2-40B4-BE49-F238E27FC236}">
                <a16:creationId xmlns:a16="http://schemas.microsoft.com/office/drawing/2014/main" id="{43A1A60F-D6FA-06DB-9450-0B999639694B}"/>
              </a:ext>
            </a:extLst>
          </p:cNvPr>
          <p:cNvSpPr/>
          <p:nvPr>
            <p:custDataLst>
              <p:tags r:id="rId8"/>
            </p:custDataLst>
          </p:nvPr>
        </p:nvSpPr>
        <p:spPr>
          <a:xfrm>
            <a:off x="5810882" y="3251296"/>
            <a:ext cx="465455" cy="542290"/>
          </a:xfrm>
          <a:prstGeom prst="upArrow">
            <a:avLst/>
          </a:prstGeom>
          <a:gradFill flip="none">
            <a:gsLst>
              <a:gs pos="0">
                <a:schemeClr val="bg2">
                  <a:alpha val="0"/>
                </a:schemeClr>
              </a:gs>
              <a:gs pos="100000">
                <a:schemeClr val="bg1">
                  <a:lumMod val="0"/>
                  <a:lumOff val="100000"/>
                  <a:alpha val="100000"/>
                </a:schemeClr>
              </a:gs>
            </a:gsLst>
            <a:lin ang="16200000" scaled="0"/>
          </a:gradFill>
          <a:effectLst/>
        </p:spPr>
        <p:txBody>
          <a:bodyPr wrap="square" lIns="0" tIns="0" rIns="0" bIns="0" rtlCol="0" anchor="t" anchorCtr="1">
            <a:noAutofit/>
          </a:bodyPr>
          <a:lstStyle/>
          <a:p>
            <a:pPr algn="ctr">
              <a:lnSpc>
                <a:spcPct val="150000"/>
              </a:lnSpc>
              <a:spcBef>
                <a:spcPct val="0"/>
              </a:spcBef>
              <a:spcAft>
                <a:spcPct val="0"/>
              </a:spcAft>
            </a:pPr>
            <a:endParaRPr lang="zh-CN" altLang="en-US" sz="3200" b="1" dirty="0">
              <a:solidFill>
                <a:srgbClr val="C00000"/>
              </a:solidFill>
              <a:latin typeface="Arial" panose="020B0604020202020204" pitchFamily="34" charset="0"/>
              <a:ea typeface="微软雅黑" panose="020B0503020204020204" pitchFamily="34" charset="-122"/>
              <a:sym typeface="+mn-ea"/>
            </a:endParaRPr>
          </a:p>
        </p:txBody>
      </p:sp>
      <p:sp>
        <p:nvSpPr>
          <p:cNvPr id="11" name="文本框 10">
            <a:extLst>
              <a:ext uri="{FF2B5EF4-FFF2-40B4-BE49-F238E27FC236}">
                <a16:creationId xmlns:a16="http://schemas.microsoft.com/office/drawing/2014/main" id="{770035C3-6F79-5F16-1802-6DDA6B2BF7F3}"/>
              </a:ext>
            </a:extLst>
          </p:cNvPr>
          <p:cNvSpPr txBox="1"/>
          <p:nvPr>
            <p:custDataLst>
              <p:tags r:id="rId9"/>
            </p:custDataLst>
          </p:nvPr>
        </p:nvSpPr>
        <p:spPr>
          <a:xfrm>
            <a:off x="5490842" y="3765011"/>
            <a:ext cx="1104900" cy="368300"/>
          </a:xfrm>
          <a:prstGeom prst="rect">
            <a:avLst/>
          </a:prstGeom>
          <a:noFill/>
        </p:spPr>
        <p:txBody>
          <a:bodyPr wrap="square" rtlCol="0">
            <a:spAutoFit/>
          </a:bodyPr>
          <a:lstStyle/>
          <a:p>
            <a:r>
              <a:rPr lang="zh-CN" altLang="en-US" b="1">
                <a:solidFill>
                  <a:schemeClr val="bg1"/>
                </a:solidFill>
              </a:rPr>
              <a:t>不足之处</a:t>
            </a:r>
          </a:p>
        </p:txBody>
      </p:sp>
      <p:sp>
        <p:nvSpPr>
          <p:cNvPr id="20" name="文本框 19">
            <a:extLst>
              <a:ext uri="{FF2B5EF4-FFF2-40B4-BE49-F238E27FC236}">
                <a16:creationId xmlns:a16="http://schemas.microsoft.com/office/drawing/2014/main" id="{9ACA5366-D082-3D6A-A9F0-C07A50E668E9}"/>
              </a:ext>
            </a:extLst>
          </p:cNvPr>
          <p:cNvSpPr txBox="1"/>
          <p:nvPr>
            <p:custDataLst>
              <p:tags r:id="rId10"/>
            </p:custDataLst>
          </p:nvPr>
        </p:nvSpPr>
        <p:spPr>
          <a:xfrm>
            <a:off x="5490842" y="2878146"/>
            <a:ext cx="1104900" cy="368300"/>
          </a:xfrm>
          <a:prstGeom prst="rect">
            <a:avLst/>
          </a:prstGeom>
          <a:noFill/>
        </p:spPr>
        <p:txBody>
          <a:bodyPr wrap="square" rtlCol="0">
            <a:spAutoFit/>
          </a:bodyPr>
          <a:lstStyle/>
          <a:p>
            <a:r>
              <a:rPr lang="zh-CN" altLang="en-US" b="1">
                <a:solidFill>
                  <a:schemeClr val="bg1"/>
                </a:solidFill>
              </a:rPr>
              <a:t>改进措施</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1CD0245-D84A-A530-569B-DFCF938B9030}"/>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6"/>
          <p:cNvSpPr txBox="1"/>
          <p:nvPr/>
        </p:nvSpPr>
        <p:spPr>
          <a:xfrm>
            <a:off x="360729" y="165509"/>
            <a:ext cx="10840671" cy="589380"/>
          </a:xfrm>
          <a:prstGeom prst="rect">
            <a:avLst/>
          </a:prstGeom>
          <a:noFill/>
        </p:spPr>
        <p:txBody>
          <a:bodyPr wrap="square" lIns="0" tIns="48000" rIns="0" bIns="48000" rtlCol="0">
            <a:spAutoFit/>
          </a:bodyPr>
          <a:lstStyle/>
          <a:p>
            <a:r>
              <a:rPr lang="en-US" altLang="zh-CN" sz="3200" b="1">
                <a:solidFill>
                  <a:srgbClr val="004EA2"/>
                </a:solidFill>
                <a:latin typeface="微软雅黑" panose="020B0503020204020204" pitchFamily="34" charset="-122"/>
                <a:ea typeface="微软雅黑" panose="020B0503020204020204" pitchFamily="34" charset="-122"/>
              </a:rPr>
              <a:t>2.6</a:t>
            </a:r>
            <a:r>
              <a:rPr lang="zh-CN" altLang="en-US" sz="3200" b="1">
                <a:solidFill>
                  <a:srgbClr val="004EA2"/>
                </a:solidFill>
                <a:latin typeface="微软雅黑" panose="020B0503020204020204" pitchFamily="34" charset="-122"/>
                <a:ea typeface="微软雅黑" panose="020B0503020204020204" pitchFamily="34" charset="-122"/>
              </a:rPr>
              <a:t>复杂天气条件下决策级与特征级融合算法的性能对比分析</a:t>
            </a:r>
            <a:endParaRPr lang="zh-CN" altLang="en-US" sz="3200" b="1" dirty="0">
              <a:solidFill>
                <a:srgbClr val="004EA2"/>
              </a:solidFill>
              <a:latin typeface="微软雅黑" panose="020B0503020204020204" pitchFamily="34" charset="-122"/>
              <a:ea typeface="微软雅黑" panose="020B0503020204020204" pitchFamily="34"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237924390"/>
              </p:ext>
            </p:extLst>
          </p:nvPr>
        </p:nvGraphicFramePr>
        <p:xfrm>
          <a:off x="360729" y="1109880"/>
          <a:ext cx="5659097" cy="5303170"/>
        </p:xfrm>
        <a:graphic>
          <a:graphicData uri="http://schemas.openxmlformats.org/drawingml/2006/table">
            <a:tbl>
              <a:tblPr firstRow="1" bandRow="1">
                <a:effectLst>
                  <a:outerShdw blurRad="50800" dist="38100" dir="5400000" algn="t" rotWithShape="0">
                    <a:prstClr val="black">
                      <a:alpha val="40000"/>
                    </a:prstClr>
                  </a:outerShdw>
                </a:effectLst>
                <a:tableStyleId>{5C22544A-7EE6-4342-B048-85BDC9FD1C3A}</a:tableStyleId>
              </a:tblPr>
              <a:tblGrid>
                <a:gridCol w="766948">
                  <a:extLst>
                    <a:ext uri="{9D8B030D-6E8A-4147-A177-3AD203B41FA5}">
                      <a16:colId xmlns:a16="http://schemas.microsoft.com/office/drawing/2014/main" val="20000"/>
                    </a:ext>
                  </a:extLst>
                </a:gridCol>
                <a:gridCol w="3162409">
                  <a:extLst>
                    <a:ext uri="{9D8B030D-6E8A-4147-A177-3AD203B41FA5}">
                      <a16:colId xmlns:a16="http://schemas.microsoft.com/office/drawing/2014/main" val="20001"/>
                    </a:ext>
                  </a:extLst>
                </a:gridCol>
                <a:gridCol w="1729740">
                  <a:extLst>
                    <a:ext uri="{9D8B030D-6E8A-4147-A177-3AD203B41FA5}">
                      <a16:colId xmlns:a16="http://schemas.microsoft.com/office/drawing/2014/main" val="20002"/>
                    </a:ext>
                  </a:extLst>
                </a:gridCol>
              </a:tblGrid>
              <a:tr h="795726">
                <a:tc>
                  <a:txBody>
                    <a:bodyPr/>
                    <a:lstStyle/>
                    <a:p>
                      <a:pPr indent="0" algn="ctr">
                        <a:lnSpc>
                          <a:spcPct val="150000"/>
                        </a:lnSpc>
                        <a:buNone/>
                      </a:pPr>
                      <a:r>
                        <a:rPr lang="zh-CN" sz="1800" kern="100">
                          <a:effectLst/>
                          <a:latin typeface="等线" panose="02010600030101010101" charset="-122"/>
                          <a:ea typeface="等线" panose="02010600030101010101" charset="-122"/>
                        </a:rPr>
                        <a:t>场景</a:t>
                      </a:r>
                    </a:p>
                  </a:txBody>
                  <a:tcPr marL="68580" marR="68580" marT="0" marB="0" anchor="ctr">
                    <a:solidFill>
                      <a:srgbClr val="004EA2"/>
                    </a:solidFill>
                  </a:tcPr>
                </a:tc>
                <a:tc>
                  <a:txBody>
                    <a:bodyPr/>
                    <a:lstStyle/>
                    <a:p>
                      <a:pPr indent="0" algn="ctr">
                        <a:lnSpc>
                          <a:spcPct val="150000"/>
                        </a:lnSpc>
                        <a:buNone/>
                      </a:pPr>
                      <a:r>
                        <a:rPr lang="zh-CN" sz="1800" kern="100">
                          <a:effectLst/>
                          <a:latin typeface="等线" panose="02010600030101010101" charset="-122"/>
                          <a:ea typeface="等线" panose="02010600030101010101" charset="-122"/>
                        </a:rPr>
                        <a:t>描述</a:t>
                      </a:r>
                    </a:p>
                  </a:txBody>
                  <a:tcPr marL="68580" marR="68580" marT="0" marB="0" anchor="ctr">
                    <a:solidFill>
                      <a:srgbClr val="004EA2"/>
                    </a:solidFill>
                  </a:tcPr>
                </a:tc>
                <a:tc>
                  <a:txBody>
                    <a:bodyPr/>
                    <a:lstStyle/>
                    <a:p>
                      <a:pPr indent="0" algn="ctr">
                        <a:lnSpc>
                          <a:spcPct val="150000"/>
                        </a:lnSpc>
                        <a:buNone/>
                      </a:pPr>
                      <a:r>
                        <a:rPr lang="zh-CN" sz="1800" kern="100">
                          <a:effectLst/>
                          <a:latin typeface="等线" panose="02010600030101010101" charset="-122"/>
                          <a:ea typeface="等线" panose="02010600030101010101" charset="-122"/>
                        </a:rPr>
                        <a:t>数量</a:t>
                      </a:r>
                    </a:p>
                  </a:txBody>
                  <a:tcPr marL="68580" marR="68580" marT="0" marB="0" anchor="ctr">
                    <a:solidFill>
                      <a:srgbClr val="004EA2"/>
                    </a:solidFill>
                  </a:tcPr>
                </a:tc>
                <a:extLst>
                  <a:ext uri="{0D108BD9-81ED-4DB2-BD59-A6C34878D82A}">
                    <a16:rowId xmlns:a16="http://schemas.microsoft.com/office/drawing/2014/main" val="10000"/>
                  </a:ext>
                </a:extLst>
              </a:tr>
              <a:tr h="795726">
                <a:tc>
                  <a:txBody>
                    <a:bodyPr/>
                    <a:lstStyle/>
                    <a:p>
                      <a:pPr indent="0" algn="ctr">
                        <a:lnSpc>
                          <a:spcPct val="150000"/>
                        </a:lnSpc>
                        <a:buNone/>
                      </a:pPr>
                      <a:r>
                        <a:rPr lang="zh-CN" sz="1600" kern="100">
                          <a:effectLst/>
                          <a:latin typeface="等线" panose="02010600030101010101" charset="-122"/>
                          <a:ea typeface="等线" panose="02010600030101010101" charset="-122"/>
                        </a:rPr>
                        <a:t>晴天</a:t>
                      </a:r>
                    </a:p>
                  </a:txBody>
                  <a:tcPr marL="68580" marR="68580" marT="0" marB="0"/>
                </a:tc>
                <a:tc>
                  <a:txBody>
                    <a:bodyPr/>
                    <a:lstStyle/>
                    <a:p>
                      <a:pPr indent="0" algn="l">
                        <a:lnSpc>
                          <a:spcPct val="150000"/>
                        </a:lnSpc>
                        <a:buNone/>
                      </a:pPr>
                      <a:r>
                        <a:rPr lang="zh-CN" sz="1600" kern="100">
                          <a:effectLst/>
                          <a:latin typeface="等线" panose="02010600030101010101" charset="-122"/>
                          <a:ea typeface="等线" panose="02010600030101010101" charset="-122"/>
                        </a:rPr>
                        <a:t>晴朗白天，海况良好，作为性能参考基准</a:t>
                      </a:r>
                    </a:p>
                  </a:txBody>
                  <a:tcPr marL="68580" marR="68580" marT="0" marB="0"/>
                </a:tc>
                <a:tc>
                  <a:txBody>
                    <a:bodyPr/>
                    <a:lstStyle/>
                    <a:p>
                      <a:pPr indent="0" algn="l">
                        <a:lnSpc>
                          <a:spcPct val="150000"/>
                        </a:lnSpc>
                        <a:buNone/>
                      </a:pPr>
                      <a:r>
                        <a:rPr lang="en-US" sz="1600" kern="100">
                          <a:effectLst/>
                          <a:latin typeface="等线" panose="02010600030101010101" charset="-122"/>
                          <a:ea typeface="等线" panose="02010600030101010101" charset="-122"/>
                        </a:rPr>
                        <a:t>500</a:t>
                      </a:r>
                      <a:r>
                        <a:rPr lang="zh-CN" sz="1600" kern="100">
                          <a:effectLst/>
                          <a:latin typeface="等线" panose="02010600030101010101" charset="-122"/>
                          <a:ea typeface="等线" panose="02010600030101010101" charset="-122"/>
                        </a:rPr>
                        <a:t>组</a:t>
                      </a:r>
                    </a:p>
                  </a:txBody>
                  <a:tcPr marL="68580" marR="68580" marT="0" marB="0"/>
                </a:tc>
                <a:extLst>
                  <a:ext uri="{0D108BD9-81ED-4DB2-BD59-A6C34878D82A}">
                    <a16:rowId xmlns:a16="http://schemas.microsoft.com/office/drawing/2014/main" val="10001"/>
                  </a:ext>
                </a:extLst>
              </a:tr>
              <a:tr h="795726">
                <a:tc>
                  <a:txBody>
                    <a:bodyPr/>
                    <a:lstStyle/>
                    <a:p>
                      <a:pPr indent="0" algn="ctr">
                        <a:lnSpc>
                          <a:spcPct val="150000"/>
                        </a:lnSpc>
                        <a:buNone/>
                      </a:pPr>
                      <a:r>
                        <a:rPr lang="zh-CN" sz="1600" kern="100">
                          <a:effectLst/>
                          <a:latin typeface="等线" panose="02010600030101010101" charset="-122"/>
                          <a:ea typeface="等线" panose="02010600030101010101" charset="-122"/>
                        </a:rPr>
                        <a:t>雾天</a:t>
                      </a:r>
                    </a:p>
                  </a:txBody>
                  <a:tcPr marL="68580" marR="68580" marT="0" marB="0"/>
                </a:tc>
                <a:tc>
                  <a:txBody>
                    <a:bodyPr/>
                    <a:lstStyle/>
                    <a:p>
                      <a:pPr indent="0" algn="l">
                        <a:lnSpc>
                          <a:spcPct val="150000"/>
                        </a:lnSpc>
                        <a:buNone/>
                      </a:pPr>
                      <a:r>
                        <a:rPr lang="zh-CN" sz="1600" kern="100">
                          <a:effectLst/>
                          <a:latin typeface="等线" panose="02010600030101010101" charset="-122"/>
                          <a:ea typeface="等线" panose="02010600030101010101" charset="-122"/>
                        </a:rPr>
                        <a:t>包含</a:t>
                      </a:r>
                      <a:r>
                        <a:rPr lang="zh-CN" sz="1600" b="1" kern="100">
                          <a:effectLst/>
                          <a:latin typeface="等线" panose="02010600030101010101" charset="-122"/>
                          <a:ea typeface="等线" panose="02010600030101010101" charset="-122"/>
                        </a:rPr>
                        <a:t>薄雾</a:t>
                      </a:r>
                      <a:r>
                        <a:rPr lang="zh-CN" sz="1600" kern="100">
                          <a:effectLst/>
                          <a:latin typeface="等线" panose="02010600030101010101" charset="-122"/>
                          <a:ea typeface="等线" panose="02010600030101010101" charset="-122"/>
                        </a:rPr>
                        <a:t>（能见度约</a:t>
                      </a:r>
                      <a:r>
                        <a:rPr lang="en-US" sz="1600" kern="100">
                          <a:effectLst/>
                          <a:latin typeface="等线" panose="02010600030101010101" charset="-122"/>
                          <a:ea typeface="等线" panose="02010600030101010101" charset="-122"/>
                        </a:rPr>
                        <a:t>500</a:t>
                      </a:r>
                      <a:r>
                        <a:rPr lang="zh-CN" sz="1600" kern="100">
                          <a:effectLst/>
                          <a:latin typeface="等线" panose="02010600030101010101" charset="-122"/>
                          <a:ea typeface="等线" panose="02010600030101010101" charset="-122"/>
                        </a:rPr>
                        <a:t>米）和</a:t>
                      </a:r>
                      <a:r>
                        <a:rPr lang="zh-CN" sz="1600" b="1" kern="100">
                          <a:effectLst/>
                          <a:latin typeface="等线" panose="02010600030101010101" charset="-122"/>
                          <a:ea typeface="等线" panose="02010600030101010101" charset="-122"/>
                        </a:rPr>
                        <a:t>浓雾</a:t>
                      </a:r>
                      <a:r>
                        <a:rPr lang="zh-CN" sz="1600" kern="100">
                          <a:effectLst/>
                          <a:latin typeface="等线" panose="02010600030101010101" charset="-122"/>
                          <a:ea typeface="等线" panose="02010600030101010101" charset="-122"/>
                        </a:rPr>
                        <a:t>（能见度约</a:t>
                      </a:r>
                      <a:r>
                        <a:rPr lang="en-US" sz="1600" kern="100">
                          <a:effectLst/>
                          <a:latin typeface="等线" panose="02010600030101010101" charset="-122"/>
                          <a:ea typeface="等线" panose="02010600030101010101" charset="-122"/>
                        </a:rPr>
                        <a:t>100</a:t>
                      </a:r>
                      <a:r>
                        <a:rPr lang="zh-CN" sz="1600" kern="100">
                          <a:effectLst/>
                          <a:latin typeface="等线" panose="02010600030101010101" charset="-122"/>
                          <a:ea typeface="等线" panose="02010600030101010101" charset="-122"/>
                        </a:rPr>
                        <a:t>米）两种级别</a:t>
                      </a:r>
                    </a:p>
                  </a:txBody>
                  <a:tcPr marL="68580" marR="68580" marT="0" marB="0"/>
                </a:tc>
                <a:tc>
                  <a:txBody>
                    <a:bodyPr/>
                    <a:lstStyle/>
                    <a:p>
                      <a:pPr indent="0" algn="l">
                        <a:lnSpc>
                          <a:spcPct val="150000"/>
                        </a:lnSpc>
                        <a:buNone/>
                      </a:pPr>
                      <a:r>
                        <a:rPr lang="en-US" sz="1600" kern="100">
                          <a:effectLst/>
                          <a:latin typeface="等线" panose="02010600030101010101" charset="-122"/>
                          <a:ea typeface="等线" panose="02010600030101010101" charset="-122"/>
                        </a:rPr>
                        <a:t>500</a:t>
                      </a:r>
                      <a:r>
                        <a:rPr lang="zh-CN" sz="1600" kern="100">
                          <a:effectLst/>
                          <a:latin typeface="等线" panose="02010600030101010101" charset="-122"/>
                          <a:ea typeface="等线" panose="02010600030101010101" charset="-122"/>
                        </a:rPr>
                        <a:t>组（薄雾）</a:t>
                      </a:r>
                      <a:r>
                        <a:rPr lang="en-US" sz="1600" kern="100">
                          <a:effectLst/>
                          <a:latin typeface="等线" panose="02010600030101010101" charset="-122"/>
                          <a:ea typeface="等线" panose="02010600030101010101" charset="-122"/>
                        </a:rPr>
                        <a:t>+500</a:t>
                      </a:r>
                      <a:r>
                        <a:rPr lang="zh-CN" sz="1600" kern="100">
                          <a:effectLst/>
                          <a:latin typeface="等线" panose="02010600030101010101" charset="-122"/>
                          <a:ea typeface="等线" panose="02010600030101010101" charset="-122"/>
                        </a:rPr>
                        <a:t>组（浓雾）</a:t>
                      </a:r>
                    </a:p>
                  </a:txBody>
                  <a:tcPr marL="68580" marR="68580" marT="0" marB="0"/>
                </a:tc>
                <a:extLst>
                  <a:ext uri="{0D108BD9-81ED-4DB2-BD59-A6C34878D82A}">
                    <a16:rowId xmlns:a16="http://schemas.microsoft.com/office/drawing/2014/main" val="10002"/>
                  </a:ext>
                </a:extLst>
              </a:tr>
              <a:tr h="795726">
                <a:tc>
                  <a:txBody>
                    <a:bodyPr/>
                    <a:lstStyle/>
                    <a:p>
                      <a:pPr indent="0" algn="ctr">
                        <a:lnSpc>
                          <a:spcPct val="150000"/>
                        </a:lnSpc>
                        <a:buNone/>
                      </a:pPr>
                      <a:r>
                        <a:rPr lang="zh-CN" sz="1600" kern="100">
                          <a:effectLst/>
                          <a:latin typeface="等线" panose="02010600030101010101" charset="-122"/>
                          <a:ea typeface="等线" panose="02010600030101010101" charset="-122"/>
                        </a:rPr>
                        <a:t>雨天</a:t>
                      </a:r>
                    </a:p>
                  </a:txBody>
                  <a:tcPr marL="68580" marR="68580" marT="0" marB="0"/>
                </a:tc>
                <a:tc>
                  <a:txBody>
                    <a:bodyPr/>
                    <a:lstStyle/>
                    <a:p>
                      <a:pPr indent="0" algn="l">
                        <a:lnSpc>
                          <a:spcPct val="150000"/>
                        </a:lnSpc>
                        <a:buNone/>
                      </a:pPr>
                      <a:r>
                        <a:rPr lang="zh-CN" sz="1600" kern="100">
                          <a:effectLst/>
                          <a:latin typeface="等线" panose="02010600030101010101" charset="-122"/>
                          <a:ea typeface="等线" panose="02010600030101010101" charset="-122"/>
                        </a:rPr>
                        <a:t>包含</a:t>
                      </a:r>
                      <a:r>
                        <a:rPr lang="zh-CN" sz="1600" b="1" kern="100">
                          <a:effectLst/>
                          <a:latin typeface="等线" panose="02010600030101010101" charset="-122"/>
                          <a:ea typeface="等线" panose="02010600030101010101" charset="-122"/>
                        </a:rPr>
                        <a:t>小雨</a:t>
                      </a:r>
                      <a:r>
                        <a:rPr lang="zh-CN" sz="1600" kern="100">
                          <a:effectLst/>
                          <a:latin typeface="等线" panose="02010600030101010101" charset="-122"/>
                          <a:ea typeface="等线" panose="02010600030101010101" charset="-122"/>
                        </a:rPr>
                        <a:t>和</a:t>
                      </a:r>
                      <a:r>
                        <a:rPr lang="zh-CN" sz="1600" b="1" kern="100">
                          <a:effectLst/>
                          <a:latin typeface="等线" panose="02010600030101010101" charset="-122"/>
                          <a:ea typeface="等线" panose="02010600030101010101" charset="-122"/>
                        </a:rPr>
                        <a:t>暴雨</a:t>
                      </a:r>
                      <a:r>
                        <a:rPr lang="zh-CN" sz="1600" kern="100">
                          <a:effectLst/>
                          <a:latin typeface="等线" panose="02010600030101010101" charset="-122"/>
                          <a:ea typeface="等线" panose="02010600030101010101" charset="-122"/>
                        </a:rPr>
                        <a:t>两种级别，模拟雨水对相机镜头的遮挡以及对激光雷达回波产生的噪声场景</a:t>
                      </a:r>
                    </a:p>
                  </a:txBody>
                  <a:tcPr marL="68580" marR="68580" marT="0" marB="0"/>
                </a:tc>
                <a:tc>
                  <a:txBody>
                    <a:bodyPr/>
                    <a:lstStyle/>
                    <a:p>
                      <a:pPr indent="0" algn="l">
                        <a:lnSpc>
                          <a:spcPct val="150000"/>
                        </a:lnSpc>
                        <a:buNone/>
                      </a:pPr>
                      <a:r>
                        <a:rPr lang="en-US" sz="1600" kern="100">
                          <a:effectLst/>
                          <a:latin typeface="等线" panose="02010600030101010101" charset="-122"/>
                          <a:ea typeface="等线" panose="02010600030101010101" charset="-122"/>
                        </a:rPr>
                        <a:t>500</a:t>
                      </a:r>
                      <a:r>
                        <a:rPr lang="zh-CN" sz="1600" kern="100">
                          <a:effectLst/>
                          <a:latin typeface="等线" panose="02010600030101010101" charset="-122"/>
                          <a:ea typeface="等线" panose="02010600030101010101" charset="-122"/>
                        </a:rPr>
                        <a:t>组（小雨）</a:t>
                      </a:r>
                      <a:r>
                        <a:rPr lang="en-US" sz="1600" kern="100">
                          <a:effectLst/>
                          <a:latin typeface="等线" panose="02010600030101010101" charset="-122"/>
                          <a:ea typeface="等线" panose="02010600030101010101" charset="-122"/>
                        </a:rPr>
                        <a:t>+500</a:t>
                      </a:r>
                      <a:r>
                        <a:rPr lang="zh-CN" sz="1600" kern="100">
                          <a:effectLst/>
                          <a:latin typeface="等线" panose="02010600030101010101" charset="-122"/>
                          <a:ea typeface="等线" panose="02010600030101010101" charset="-122"/>
                        </a:rPr>
                        <a:t>组（暴雨）</a:t>
                      </a:r>
                    </a:p>
                  </a:txBody>
                  <a:tcPr marL="68580" marR="68580" marT="0" marB="0"/>
                </a:tc>
                <a:extLst>
                  <a:ext uri="{0D108BD9-81ED-4DB2-BD59-A6C34878D82A}">
                    <a16:rowId xmlns:a16="http://schemas.microsoft.com/office/drawing/2014/main" val="10003"/>
                  </a:ext>
                </a:extLst>
              </a:tr>
              <a:tr h="795726">
                <a:tc>
                  <a:txBody>
                    <a:bodyPr/>
                    <a:lstStyle/>
                    <a:p>
                      <a:pPr indent="0" algn="ctr">
                        <a:lnSpc>
                          <a:spcPct val="150000"/>
                        </a:lnSpc>
                        <a:buNone/>
                      </a:pPr>
                      <a:r>
                        <a:rPr lang="zh-CN" sz="1600" kern="100">
                          <a:effectLst/>
                          <a:latin typeface="等线" panose="02010600030101010101" charset="-122"/>
                          <a:ea typeface="等线" panose="02010600030101010101" charset="-122"/>
                        </a:rPr>
                        <a:t>眩光</a:t>
                      </a:r>
                    </a:p>
                  </a:txBody>
                  <a:tcPr marL="68580" marR="68580" marT="0" marB="0"/>
                </a:tc>
                <a:tc>
                  <a:txBody>
                    <a:bodyPr/>
                    <a:lstStyle/>
                    <a:p>
                      <a:pPr indent="0" algn="l">
                        <a:lnSpc>
                          <a:spcPct val="150000"/>
                        </a:lnSpc>
                        <a:buNone/>
                      </a:pPr>
                      <a:r>
                        <a:rPr lang="zh-CN" sz="1600" kern="100">
                          <a:effectLst/>
                          <a:latin typeface="等线" panose="02010600030101010101" charset="-122"/>
                          <a:ea typeface="等线" panose="02010600030101010101" charset="-122"/>
                        </a:rPr>
                        <a:t>模拟在日出或日落时，太阳处于低角度对相机产生强烈</a:t>
                      </a:r>
                      <a:r>
                        <a:rPr lang="zh-CN" sz="1600" b="1" kern="100">
                          <a:effectLst/>
                          <a:latin typeface="等线" panose="02010600030101010101" charset="-122"/>
                          <a:ea typeface="等线" panose="02010600030101010101" charset="-122"/>
                        </a:rPr>
                        <a:t>眩光</a:t>
                      </a:r>
                      <a:r>
                        <a:rPr lang="zh-CN" sz="1600" kern="100">
                          <a:effectLst/>
                          <a:latin typeface="等线" panose="02010600030101010101" charset="-122"/>
                          <a:ea typeface="等线" panose="02010600030101010101" charset="-122"/>
                        </a:rPr>
                        <a:t>的场景</a:t>
                      </a:r>
                    </a:p>
                  </a:txBody>
                  <a:tcPr marL="68580" marR="68580" marT="0" marB="0"/>
                </a:tc>
                <a:tc>
                  <a:txBody>
                    <a:bodyPr/>
                    <a:lstStyle/>
                    <a:p>
                      <a:pPr indent="0" algn="l">
                        <a:lnSpc>
                          <a:spcPct val="150000"/>
                        </a:lnSpc>
                        <a:buNone/>
                      </a:pPr>
                      <a:r>
                        <a:rPr lang="en-US" sz="1600" kern="100">
                          <a:effectLst/>
                          <a:latin typeface="等线" panose="02010600030101010101" charset="-122"/>
                          <a:ea typeface="等线" panose="02010600030101010101" charset="-122"/>
                        </a:rPr>
                        <a:t>500</a:t>
                      </a:r>
                      <a:r>
                        <a:rPr lang="zh-CN" sz="1600" kern="100">
                          <a:effectLst/>
                          <a:latin typeface="等线" panose="02010600030101010101" charset="-122"/>
                          <a:ea typeface="等线" panose="02010600030101010101" charset="-122"/>
                        </a:rPr>
                        <a:t>组</a:t>
                      </a:r>
                    </a:p>
                  </a:txBody>
                  <a:tcPr marL="68580" marR="68580" marT="0" marB="0"/>
                </a:tc>
                <a:extLst>
                  <a:ext uri="{0D108BD9-81ED-4DB2-BD59-A6C34878D82A}">
                    <a16:rowId xmlns:a16="http://schemas.microsoft.com/office/drawing/2014/main" val="10004"/>
                  </a:ext>
                </a:extLst>
              </a:tr>
              <a:tr h="795726">
                <a:tc>
                  <a:txBody>
                    <a:bodyPr/>
                    <a:lstStyle/>
                    <a:p>
                      <a:pPr indent="0" algn="ctr">
                        <a:lnSpc>
                          <a:spcPct val="150000"/>
                        </a:lnSpc>
                        <a:buNone/>
                      </a:pPr>
                      <a:r>
                        <a:rPr lang="zh-CN" sz="1600" kern="100">
                          <a:effectLst/>
                          <a:latin typeface="等线" panose="02010600030101010101" charset="-122"/>
                          <a:ea typeface="等线" panose="02010600030101010101" charset="-122"/>
                        </a:rPr>
                        <a:t>黄昏</a:t>
                      </a:r>
                    </a:p>
                  </a:txBody>
                  <a:tcPr marL="68580" marR="68580" marT="0" marB="0"/>
                </a:tc>
                <a:tc>
                  <a:txBody>
                    <a:bodyPr/>
                    <a:lstStyle/>
                    <a:p>
                      <a:pPr indent="0" algn="l">
                        <a:lnSpc>
                          <a:spcPct val="150000"/>
                        </a:lnSpc>
                        <a:buNone/>
                      </a:pPr>
                      <a:r>
                        <a:rPr lang="zh-CN" sz="1600" kern="100">
                          <a:effectLst/>
                          <a:latin typeface="等线" panose="02010600030101010101" charset="-122"/>
                          <a:ea typeface="等线" panose="02010600030101010101" charset="-122"/>
                        </a:rPr>
                        <a:t>模拟光线较暗的</a:t>
                      </a:r>
                      <a:r>
                        <a:rPr lang="zh-CN" sz="1600" b="1" kern="100">
                          <a:effectLst/>
                          <a:latin typeface="等线" panose="02010600030101010101" charset="-122"/>
                          <a:ea typeface="等线" panose="02010600030101010101" charset="-122"/>
                        </a:rPr>
                        <a:t>黄昏</a:t>
                      </a:r>
                      <a:r>
                        <a:rPr lang="zh-CN" sz="1600" kern="100">
                          <a:effectLst/>
                          <a:latin typeface="等线" panose="02010600030101010101" charset="-122"/>
                          <a:ea typeface="等线" panose="02010600030101010101" charset="-122"/>
                        </a:rPr>
                        <a:t>航行场景</a:t>
                      </a:r>
                    </a:p>
                  </a:txBody>
                  <a:tcPr marL="68580" marR="68580" marT="0" marB="0"/>
                </a:tc>
                <a:tc>
                  <a:txBody>
                    <a:bodyPr/>
                    <a:lstStyle/>
                    <a:p>
                      <a:pPr indent="0" algn="l">
                        <a:lnSpc>
                          <a:spcPct val="150000"/>
                        </a:lnSpc>
                        <a:buNone/>
                      </a:pPr>
                      <a:r>
                        <a:rPr lang="en-US" sz="1600" kern="100">
                          <a:effectLst/>
                          <a:latin typeface="等线" panose="02010600030101010101" charset="-122"/>
                          <a:ea typeface="等线" panose="02010600030101010101" charset="-122"/>
                        </a:rPr>
                        <a:t>500</a:t>
                      </a:r>
                      <a:r>
                        <a:rPr lang="zh-CN" sz="1600" kern="100">
                          <a:effectLst/>
                          <a:latin typeface="等线" panose="02010600030101010101" charset="-122"/>
                          <a:ea typeface="等线" panose="02010600030101010101" charset="-122"/>
                        </a:rPr>
                        <a:t>组</a:t>
                      </a:r>
                    </a:p>
                  </a:txBody>
                  <a:tcPr marL="68580" marR="68580" marT="0" marB="0"/>
                </a:tc>
                <a:extLst>
                  <a:ext uri="{0D108BD9-81ED-4DB2-BD59-A6C34878D82A}">
                    <a16:rowId xmlns:a16="http://schemas.microsoft.com/office/drawing/2014/main" val="10005"/>
                  </a:ext>
                </a:extLst>
              </a:tr>
            </a:tbl>
          </a:graphicData>
        </a:graphic>
      </p:graphicFrame>
      <p:sp>
        <p:nvSpPr>
          <p:cNvPr id="5" name="矩形: 圆角 4"/>
          <p:cNvSpPr/>
          <p:nvPr/>
        </p:nvSpPr>
        <p:spPr>
          <a:xfrm>
            <a:off x="6522720" y="1109880"/>
            <a:ext cx="5021580" cy="5303170"/>
          </a:xfrm>
          <a:prstGeom prst="roundRect">
            <a:avLst>
              <a:gd name="adj" fmla="val 4527"/>
            </a:avLst>
          </a:prstGeom>
          <a:solidFill>
            <a:schemeClr val="accent6">
              <a:lumMod val="20000"/>
              <a:lumOff val="8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nvSpPr>
        <p:spPr>
          <a:xfrm>
            <a:off x="6682740" y="1604010"/>
            <a:ext cx="4701540" cy="472440"/>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b="1">
                <a:latin typeface="微软雅黑" panose="020B0503020204020204" pitchFamily="34" charset="-122"/>
                <a:ea typeface="微软雅黑" panose="020B0503020204020204" pitchFamily="34" charset="-122"/>
                <a:cs typeface="微软雅黑" panose="020B0503020204020204" pitchFamily="34" charset="-122"/>
              </a:rPr>
              <a:t>1</a:t>
            </a:r>
            <a:r>
              <a:rPr lang="zh-CN" altLang="en-US" b="1">
                <a:latin typeface="微软雅黑" panose="020B0503020204020204" pitchFamily="34" charset="-122"/>
                <a:ea typeface="微软雅黑" panose="020B0503020204020204" pitchFamily="34" charset="-122"/>
                <a:cs typeface="微软雅黑" panose="020B0503020204020204" pitchFamily="34" charset="-122"/>
              </a:rPr>
              <a:t>）</a:t>
            </a:r>
            <a:r>
              <a:rPr lang="zh-CN" altLang="zh-CN" b="1">
                <a:latin typeface="微软雅黑" panose="020B0503020204020204" pitchFamily="34" charset="-122"/>
                <a:ea typeface="微软雅黑" panose="020B0503020204020204" pitchFamily="34" charset="-122"/>
                <a:cs typeface="微软雅黑" panose="020B0503020204020204" pitchFamily="34" charset="-122"/>
              </a:rPr>
              <a:t>单模态检测模型与融合模型的对比实验</a:t>
            </a:r>
          </a:p>
        </p:txBody>
      </p:sp>
      <p:sp>
        <p:nvSpPr>
          <p:cNvPr id="8" name="矩形: 圆角 7"/>
          <p:cNvSpPr/>
          <p:nvPr/>
        </p:nvSpPr>
        <p:spPr>
          <a:xfrm>
            <a:off x="6682740" y="4062820"/>
            <a:ext cx="4701540" cy="472440"/>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b="1">
                <a:latin typeface="微软雅黑" panose="020B0503020204020204" pitchFamily="34" charset="-122"/>
                <a:ea typeface="微软雅黑" panose="020B0503020204020204" pitchFamily="34" charset="-122"/>
                <a:cs typeface="微软雅黑" panose="020B0503020204020204" pitchFamily="34" charset="-122"/>
              </a:rPr>
              <a:t>2</a:t>
            </a:r>
            <a:r>
              <a:rPr lang="zh-CN" altLang="en-US" b="1">
                <a:latin typeface="微软雅黑" panose="020B0503020204020204" pitchFamily="34" charset="-122"/>
                <a:ea typeface="微软雅黑" panose="020B0503020204020204" pitchFamily="34" charset="-122"/>
                <a:cs typeface="微软雅黑" panose="020B0503020204020204" pitchFamily="34" charset="-122"/>
              </a:rPr>
              <a:t>）</a:t>
            </a:r>
            <a:r>
              <a:rPr lang="zh-CN" altLang="zh-CN" b="1">
                <a:latin typeface="微软雅黑" panose="020B0503020204020204" pitchFamily="34" charset="-122"/>
                <a:ea typeface="微软雅黑" panose="020B0503020204020204" pitchFamily="34" charset="-122"/>
                <a:cs typeface="微软雅黑" panose="020B0503020204020204" pitchFamily="34" charset="-122"/>
              </a:rPr>
              <a:t>改进融合模型的消融实验</a:t>
            </a:r>
          </a:p>
        </p:txBody>
      </p:sp>
      <p:sp>
        <p:nvSpPr>
          <p:cNvPr id="10" name="文本框 9"/>
          <p:cNvSpPr txBox="1"/>
          <p:nvPr/>
        </p:nvSpPr>
        <p:spPr>
          <a:xfrm>
            <a:off x="6682740" y="2193126"/>
            <a:ext cx="4777740" cy="1753235"/>
          </a:xfrm>
          <a:prstGeom prst="rect">
            <a:avLst/>
          </a:prstGeom>
          <a:noFill/>
        </p:spPr>
        <p:txBody>
          <a:bodyPr wrap="square" rtlCol="0">
            <a:spAutoFit/>
          </a:bodyPr>
          <a:lstStyle/>
          <a:p>
            <a:pPr indent="0" fontAlgn="auto">
              <a:lnSpc>
                <a:spcPct val="150000"/>
              </a:lnSpc>
            </a:pPr>
            <a:r>
              <a:rPr lang="zh-CN" altLang="zh-CN">
                <a:latin typeface="微软雅黑" panose="020B0503020204020204" pitchFamily="34" charset="-122"/>
                <a:ea typeface="微软雅黑" panose="020B0503020204020204" pitchFamily="34" charset="-122"/>
              </a:rPr>
              <a:t>验证多模态融合相对于单一模态的优势。在复杂天气测试集上，分别评估单一模态检测模型和改进的融合算法模型性能。验证改进网络泛化能力</a:t>
            </a:r>
            <a:endParaRPr lang="zh-CN" altLang="en-US">
              <a:latin typeface="微软雅黑" panose="020B0503020204020204" pitchFamily="34" charset="-122"/>
              <a:ea typeface="微软雅黑" panose="020B0503020204020204" pitchFamily="34" charset="-122"/>
            </a:endParaRPr>
          </a:p>
        </p:txBody>
      </p:sp>
      <p:sp>
        <p:nvSpPr>
          <p:cNvPr id="12" name="文本框 11"/>
          <p:cNvSpPr txBox="1"/>
          <p:nvPr/>
        </p:nvSpPr>
        <p:spPr>
          <a:xfrm>
            <a:off x="6682740" y="4644390"/>
            <a:ext cx="4777740" cy="922020"/>
          </a:xfrm>
          <a:prstGeom prst="rect">
            <a:avLst/>
          </a:prstGeom>
          <a:noFill/>
        </p:spPr>
        <p:txBody>
          <a:bodyPr wrap="square" rtlCol="0">
            <a:spAutoFit/>
          </a:bodyPr>
          <a:lstStyle/>
          <a:p>
            <a:pPr algn="l" fontAlgn="auto">
              <a:lnSpc>
                <a:spcPct val="150000"/>
              </a:lnSpc>
              <a:buClrTx/>
              <a:buSzTx/>
              <a:buFontTx/>
            </a:pPr>
            <a:r>
              <a:rPr lang="zh-CN" altLang="zh-CN">
                <a:latin typeface="微软雅黑" panose="020B0503020204020204" pitchFamily="34" charset="-122"/>
                <a:ea typeface="微软雅黑" panose="020B0503020204020204" pitchFamily="34" charset="-122"/>
              </a:rPr>
              <a:t>通过消融实验，全面比较改进前后的决策级与特征级两种融合策略的优劣</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00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004EA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grpSp>
      <p:sp>
        <p:nvSpPr>
          <p:cNvPr id="8" name="文本框 7"/>
          <p:cNvSpPr txBox="1"/>
          <p:nvPr/>
        </p:nvSpPr>
        <p:spPr>
          <a:xfrm>
            <a:off x="5545195" y="3503455"/>
            <a:ext cx="1089025" cy="460375"/>
          </a:xfrm>
          <a:prstGeom prst="rect">
            <a:avLst/>
          </a:prstGeom>
          <a:noFill/>
        </p:spPr>
        <p:txBody>
          <a:bodyPr wrap="none" rtlCol="0">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Part.3</a:t>
            </a:r>
          </a:p>
        </p:txBody>
      </p:sp>
      <p:sp>
        <p:nvSpPr>
          <p:cNvPr id="9" name="文本框 8"/>
          <p:cNvSpPr txBox="1"/>
          <p:nvPr/>
        </p:nvSpPr>
        <p:spPr>
          <a:xfrm>
            <a:off x="3326766" y="4862641"/>
            <a:ext cx="5537198" cy="706755"/>
          </a:xfrm>
          <a:prstGeom prst="rect">
            <a:avLst/>
          </a:prstGeom>
          <a:noFill/>
          <a:ln>
            <a:noFill/>
          </a:ln>
        </p:spPr>
        <p:txBody>
          <a:bodyPr wrap="square" rtlCol="0">
            <a:spAutoFit/>
          </a:bodyPr>
          <a:lstStyle/>
          <a:p>
            <a:pPr algn="ctr"/>
            <a:r>
              <a:rPr lang="zh-CN" altLang="en-US" sz="4000" b="1" spc="600" dirty="0">
                <a:solidFill>
                  <a:srgbClr val="004EA2"/>
                </a:solidFill>
                <a:latin typeface="微软雅黑" panose="020B0503020204020204" pitchFamily="34" charset="-122"/>
                <a:ea typeface="微软雅黑" panose="020B0503020204020204" pitchFamily="34" charset="-122"/>
              </a:rPr>
              <a:t>论文结构安排</a:t>
            </a:r>
          </a:p>
        </p:txBody>
      </p:sp>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66253" y="944304"/>
            <a:ext cx="5498346" cy="1413287"/>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622786" y="1822787"/>
            <a:ext cx="3216164" cy="3216164"/>
            <a:chOff x="1068251" y="2861983"/>
            <a:chExt cx="3343834" cy="3343834"/>
          </a:xfrm>
          <a:solidFill>
            <a:srgbClr val="0080CB"/>
          </a:solidFill>
        </p:grpSpPr>
        <p:sp>
          <p:nvSpPr>
            <p:cNvPr id="19" name="椭圆 18"/>
            <p:cNvSpPr/>
            <p:nvPr/>
          </p:nvSpPr>
          <p:spPr>
            <a:xfrm>
              <a:off x="1068251" y="2861983"/>
              <a:ext cx="3343834" cy="3343834"/>
            </a:xfrm>
            <a:prstGeom prst="ellipse">
              <a:avLst/>
            </a:prstGeom>
            <a:solidFill>
              <a:srgbClr val="00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b="1">
                <a:latin typeface="微软雅黑" panose="020B0503020204020204" pitchFamily="34" charset="-122"/>
                <a:ea typeface="微软雅黑" panose="020B0503020204020204" pitchFamily="34" charset="-122"/>
              </a:endParaRPr>
            </a:p>
          </p:txBody>
        </p:sp>
        <p:sp>
          <p:nvSpPr>
            <p:cNvPr id="20" name="椭圆 19"/>
            <p:cNvSpPr/>
            <p:nvPr/>
          </p:nvSpPr>
          <p:spPr>
            <a:xfrm>
              <a:off x="1225836" y="3019568"/>
              <a:ext cx="3028664" cy="3028664"/>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600" b="1" dirty="0">
                  <a:solidFill>
                    <a:srgbClr val="004EA2"/>
                  </a:solidFill>
                  <a:latin typeface="微软雅黑" panose="020B0503020204020204" pitchFamily="34" charset="-122"/>
                  <a:ea typeface="微软雅黑" panose="020B0503020204020204" pitchFamily="34" charset="-122"/>
                </a:rPr>
                <a:t>论文结构</a:t>
              </a:r>
            </a:p>
          </p:txBody>
        </p:sp>
      </p:grpSp>
      <p:sp>
        <p:nvSpPr>
          <p:cNvPr id="37" name="Freeform 11"/>
          <p:cNvSpPr/>
          <p:nvPr/>
        </p:nvSpPr>
        <p:spPr bwMode="auto">
          <a:xfrm flipH="1">
            <a:off x="4198554" y="329267"/>
            <a:ext cx="617919" cy="6203204"/>
          </a:xfrm>
          <a:custGeom>
            <a:avLst/>
            <a:gdLst>
              <a:gd name="T0" fmla="*/ 0 w 1412"/>
              <a:gd name="T1" fmla="*/ 82 h 6009"/>
              <a:gd name="T2" fmla="*/ 0 w 1412"/>
              <a:gd name="T3" fmla="*/ 0 h 6009"/>
              <a:gd name="T4" fmla="*/ 283 w 1412"/>
              <a:gd name="T5" fmla="*/ 71 h 6009"/>
              <a:gd name="T6" fmla="*/ 518 w 1412"/>
              <a:gd name="T7" fmla="*/ 182 h 6009"/>
              <a:gd name="T8" fmla="*/ 723 w 1412"/>
              <a:gd name="T9" fmla="*/ 367 h 6009"/>
              <a:gd name="T10" fmla="*/ 863 w 1412"/>
              <a:gd name="T11" fmla="*/ 597 h 6009"/>
              <a:gd name="T12" fmla="*/ 935 w 1412"/>
              <a:gd name="T13" fmla="*/ 848 h 6009"/>
              <a:gd name="T14" fmla="*/ 966 w 1412"/>
              <a:gd name="T15" fmla="*/ 1141 h 6009"/>
              <a:gd name="T16" fmla="*/ 931 w 1412"/>
              <a:gd name="T17" fmla="*/ 1500 h 6009"/>
              <a:gd name="T18" fmla="*/ 856 w 1412"/>
              <a:gd name="T19" fmla="*/ 1831 h 6009"/>
              <a:gd name="T20" fmla="*/ 828 w 1412"/>
              <a:gd name="T21" fmla="*/ 2176 h 6009"/>
              <a:gd name="T22" fmla="*/ 869 w 1412"/>
              <a:gd name="T23" fmla="*/ 2502 h 6009"/>
              <a:gd name="T24" fmla="*/ 961 w 1412"/>
              <a:gd name="T25" fmla="*/ 2687 h 6009"/>
              <a:gd name="T26" fmla="*/ 1110 w 1412"/>
              <a:gd name="T27" fmla="*/ 2815 h 6009"/>
              <a:gd name="T28" fmla="*/ 1244 w 1412"/>
              <a:gd name="T29" fmla="*/ 2889 h 6009"/>
              <a:gd name="T30" fmla="*/ 1412 w 1412"/>
              <a:gd name="T31" fmla="*/ 2920 h 6009"/>
              <a:gd name="T32" fmla="*/ 1412 w 1412"/>
              <a:gd name="T33" fmla="*/ 3079 h 6009"/>
              <a:gd name="T34" fmla="*/ 1156 w 1412"/>
              <a:gd name="T35" fmla="*/ 3164 h 6009"/>
              <a:gd name="T36" fmla="*/ 999 w 1412"/>
              <a:gd name="T37" fmla="*/ 3291 h 6009"/>
              <a:gd name="T38" fmla="*/ 880 w 1412"/>
              <a:gd name="T39" fmla="*/ 3508 h 6009"/>
              <a:gd name="T40" fmla="*/ 826 w 1412"/>
              <a:gd name="T41" fmla="*/ 3804 h 6009"/>
              <a:gd name="T42" fmla="*/ 850 w 1412"/>
              <a:gd name="T43" fmla="*/ 4193 h 6009"/>
              <a:gd name="T44" fmla="*/ 884 w 1412"/>
              <a:gd name="T45" fmla="*/ 4452 h 6009"/>
              <a:gd name="T46" fmla="*/ 935 w 1412"/>
              <a:gd name="T47" fmla="*/ 4752 h 6009"/>
              <a:gd name="T48" fmla="*/ 944 w 1412"/>
              <a:gd name="T49" fmla="*/ 5046 h 6009"/>
              <a:gd name="T50" fmla="*/ 893 w 1412"/>
              <a:gd name="T51" fmla="*/ 5331 h 6009"/>
              <a:gd name="T52" fmla="*/ 792 w 1412"/>
              <a:gd name="T53" fmla="*/ 5553 h 6009"/>
              <a:gd name="T54" fmla="*/ 639 w 1412"/>
              <a:gd name="T55" fmla="*/ 5737 h 6009"/>
              <a:gd name="T56" fmla="*/ 458 w 1412"/>
              <a:gd name="T57" fmla="*/ 5879 h 6009"/>
              <a:gd name="T58" fmla="*/ 310 w 1412"/>
              <a:gd name="T59" fmla="*/ 5967 h 6009"/>
              <a:gd name="T60" fmla="*/ 212 w 1412"/>
              <a:gd name="T61" fmla="*/ 6005 h 6009"/>
              <a:gd name="T62" fmla="*/ 171 w 1412"/>
              <a:gd name="T63" fmla="*/ 5973 h 6009"/>
              <a:gd name="T64" fmla="*/ 208 w 1412"/>
              <a:gd name="T65" fmla="*/ 5905 h 6009"/>
              <a:gd name="T66" fmla="*/ 300 w 1412"/>
              <a:gd name="T67" fmla="*/ 5840 h 6009"/>
              <a:gd name="T68" fmla="*/ 445 w 1412"/>
              <a:gd name="T69" fmla="*/ 5705 h 6009"/>
              <a:gd name="T70" fmla="*/ 564 w 1412"/>
              <a:gd name="T71" fmla="*/ 5512 h 6009"/>
              <a:gd name="T72" fmla="*/ 625 w 1412"/>
              <a:gd name="T73" fmla="*/ 5315 h 6009"/>
              <a:gd name="T74" fmla="*/ 638 w 1412"/>
              <a:gd name="T75" fmla="*/ 5121 h 6009"/>
              <a:gd name="T76" fmla="*/ 618 w 1412"/>
              <a:gd name="T77" fmla="*/ 4825 h 6009"/>
              <a:gd name="T78" fmla="*/ 584 w 1412"/>
              <a:gd name="T79" fmla="*/ 4415 h 6009"/>
              <a:gd name="T80" fmla="*/ 578 w 1412"/>
              <a:gd name="T81" fmla="*/ 4048 h 6009"/>
              <a:gd name="T82" fmla="*/ 632 w 1412"/>
              <a:gd name="T83" fmla="*/ 3704 h 6009"/>
              <a:gd name="T84" fmla="*/ 772 w 1412"/>
              <a:gd name="T85" fmla="*/ 3412 h 6009"/>
              <a:gd name="T86" fmla="*/ 941 w 1412"/>
              <a:gd name="T87" fmla="*/ 3215 h 6009"/>
              <a:gd name="T88" fmla="*/ 1273 w 1412"/>
              <a:gd name="T89" fmla="*/ 3012 h 6009"/>
              <a:gd name="T90" fmla="*/ 1034 w 1412"/>
              <a:gd name="T91" fmla="*/ 2880 h 6009"/>
              <a:gd name="T92" fmla="*/ 884 w 1412"/>
              <a:gd name="T93" fmla="*/ 2767 h 6009"/>
              <a:gd name="T94" fmla="*/ 739 w 1412"/>
              <a:gd name="T95" fmla="*/ 2564 h 6009"/>
              <a:gd name="T96" fmla="*/ 611 w 1412"/>
              <a:gd name="T97" fmla="*/ 2279 h 6009"/>
              <a:gd name="T98" fmla="*/ 558 w 1412"/>
              <a:gd name="T99" fmla="*/ 1973 h 6009"/>
              <a:gd name="T100" fmla="*/ 562 w 1412"/>
              <a:gd name="T101" fmla="*/ 1648 h 6009"/>
              <a:gd name="T102" fmla="*/ 605 w 1412"/>
              <a:gd name="T103" fmla="*/ 1308 h 6009"/>
              <a:gd name="T104" fmla="*/ 646 w 1412"/>
              <a:gd name="T105" fmla="*/ 904 h 6009"/>
              <a:gd name="T106" fmla="*/ 619 w 1412"/>
              <a:gd name="T107" fmla="*/ 644 h 6009"/>
              <a:gd name="T108" fmla="*/ 520 w 1412"/>
              <a:gd name="T109" fmla="*/ 441 h 6009"/>
              <a:gd name="T110" fmla="*/ 341 w 1412"/>
              <a:gd name="T111" fmla="*/ 240 h 6009"/>
              <a:gd name="T112" fmla="*/ 152 w 1412"/>
              <a:gd name="T113" fmla="*/ 132 h 6009"/>
              <a:gd name="T114" fmla="*/ 0 w 1412"/>
              <a:gd name="T115" fmla="*/ 82 h 60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12" h="6009">
                <a:moveTo>
                  <a:pt x="0" y="82"/>
                </a:moveTo>
                <a:lnTo>
                  <a:pt x="0" y="0"/>
                </a:lnTo>
                <a:cubicBezTo>
                  <a:pt x="108" y="24"/>
                  <a:pt x="202" y="47"/>
                  <a:pt x="283" y="71"/>
                </a:cubicBezTo>
                <a:cubicBezTo>
                  <a:pt x="364" y="95"/>
                  <a:pt x="442" y="132"/>
                  <a:pt x="518" y="182"/>
                </a:cubicBezTo>
                <a:cubicBezTo>
                  <a:pt x="594" y="231"/>
                  <a:pt x="662" y="293"/>
                  <a:pt x="723" y="367"/>
                </a:cubicBezTo>
                <a:cubicBezTo>
                  <a:pt x="784" y="443"/>
                  <a:pt x="830" y="519"/>
                  <a:pt x="863" y="597"/>
                </a:cubicBezTo>
                <a:cubicBezTo>
                  <a:pt x="894" y="675"/>
                  <a:pt x="917" y="759"/>
                  <a:pt x="935" y="848"/>
                </a:cubicBezTo>
                <a:cubicBezTo>
                  <a:pt x="952" y="937"/>
                  <a:pt x="963" y="1036"/>
                  <a:pt x="966" y="1141"/>
                </a:cubicBezTo>
                <a:cubicBezTo>
                  <a:pt x="970" y="1248"/>
                  <a:pt x="959" y="1368"/>
                  <a:pt x="931" y="1500"/>
                </a:cubicBezTo>
                <a:lnTo>
                  <a:pt x="856" y="1831"/>
                </a:lnTo>
                <a:cubicBezTo>
                  <a:pt x="834" y="1941"/>
                  <a:pt x="826" y="2055"/>
                  <a:pt x="828" y="2176"/>
                </a:cubicBezTo>
                <a:cubicBezTo>
                  <a:pt x="828" y="2308"/>
                  <a:pt x="841" y="2417"/>
                  <a:pt x="869" y="2502"/>
                </a:cubicBezTo>
                <a:cubicBezTo>
                  <a:pt x="896" y="2587"/>
                  <a:pt x="926" y="2649"/>
                  <a:pt x="961" y="2687"/>
                </a:cubicBezTo>
                <a:cubicBezTo>
                  <a:pt x="994" y="2724"/>
                  <a:pt x="1044" y="2767"/>
                  <a:pt x="1110" y="2815"/>
                </a:cubicBezTo>
                <a:cubicBezTo>
                  <a:pt x="1176" y="2862"/>
                  <a:pt x="1221" y="2887"/>
                  <a:pt x="1244" y="2889"/>
                </a:cubicBezTo>
                <a:lnTo>
                  <a:pt x="1412" y="2920"/>
                </a:lnTo>
                <a:lnTo>
                  <a:pt x="1412" y="3079"/>
                </a:lnTo>
                <a:cubicBezTo>
                  <a:pt x="1298" y="3106"/>
                  <a:pt x="1213" y="3134"/>
                  <a:pt x="1156" y="3164"/>
                </a:cubicBezTo>
                <a:cubicBezTo>
                  <a:pt x="1099" y="3193"/>
                  <a:pt x="1047" y="3236"/>
                  <a:pt x="999" y="3291"/>
                </a:cubicBezTo>
                <a:cubicBezTo>
                  <a:pt x="952" y="3347"/>
                  <a:pt x="912" y="3419"/>
                  <a:pt x="880" y="3508"/>
                </a:cubicBezTo>
                <a:cubicBezTo>
                  <a:pt x="847" y="3596"/>
                  <a:pt x="829" y="3695"/>
                  <a:pt x="826" y="3804"/>
                </a:cubicBezTo>
                <a:cubicBezTo>
                  <a:pt x="823" y="3914"/>
                  <a:pt x="830" y="4043"/>
                  <a:pt x="850" y="4193"/>
                </a:cubicBezTo>
                <a:cubicBezTo>
                  <a:pt x="860" y="4296"/>
                  <a:pt x="872" y="4383"/>
                  <a:pt x="884" y="4452"/>
                </a:cubicBezTo>
                <a:lnTo>
                  <a:pt x="935" y="4752"/>
                </a:lnTo>
                <a:cubicBezTo>
                  <a:pt x="948" y="4855"/>
                  <a:pt x="951" y="4953"/>
                  <a:pt x="944" y="5046"/>
                </a:cubicBezTo>
                <a:cubicBezTo>
                  <a:pt x="936" y="5150"/>
                  <a:pt x="919" y="5246"/>
                  <a:pt x="893" y="5331"/>
                </a:cubicBezTo>
                <a:cubicBezTo>
                  <a:pt x="866" y="5416"/>
                  <a:pt x="832" y="5491"/>
                  <a:pt x="792" y="5553"/>
                </a:cubicBezTo>
                <a:cubicBezTo>
                  <a:pt x="753" y="5617"/>
                  <a:pt x="702" y="5678"/>
                  <a:pt x="639" y="5737"/>
                </a:cubicBezTo>
                <a:cubicBezTo>
                  <a:pt x="578" y="5796"/>
                  <a:pt x="517" y="5843"/>
                  <a:pt x="458" y="5879"/>
                </a:cubicBezTo>
                <a:lnTo>
                  <a:pt x="310" y="5967"/>
                </a:lnTo>
                <a:cubicBezTo>
                  <a:pt x="268" y="5997"/>
                  <a:pt x="235" y="6009"/>
                  <a:pt x="212" y="6005"/>
                </a:cubicBezTo>
                <a:cubicBezTo>
                  <a:pt x="189" y="6001"/>
                  <a:pt x="175" y="5990"/>
                  <a:pt x="171" y="5973"/>
                </a:cubicBezTo>
                <a:cubicBezTo>
                  <a:pt x="166" y="5954"/>
                  <a:pt x="179" y="5932"/>
                  <a:pt x="208" y="5905"/>
                </a:cubicBezTo>
                <a:cubicBezTo>
                  <a:pt x="219" y="5896"/>
                  <a:pt x="249" y="5874"/>
                  <a:pt x="300" y="5840"/>
                </a:cubicBezTo>
                <a:cubicBezTo>
                  <a:pt x="351" y="5804"/>
                  <a:pt x="399" y="5760"/>
                  <a:pt x="445" y="5705"/>
                </a:cubicBezTo>
                <a:cubicBezTo>
                  <a:pt x="492" y="5650"/>
                  <a:pt x="532" y="5587"/>
                  <a:pt x="564" y="5512"/>
                </a:cubicBezTo>
                <a:cubicBezTo>
                  <a:pt x="596" y="5439"/>
                  <a:pt x="617" y="5373"/>
                  <a:pt x="625" y="5315"/>
                </a:cubicBezTo>
                <a:cubicBezTo>
                  <a:pt x="634" y="5258"/>
                  <a:pt x="638" y="5192"/>
                  <a:pt x="638" y="5121"/>
                </a:cubicBezTo>
                <a:cubicBezTo>
                  <a:pt x="636" y="5058"/>
                  <a:pt x="629" y="4960"/>
                  <a:pt x="618" y="4825"/>
                </a:cubicBezTo>
                <a:cubicBezTo>
                  <a:pt x="606" y="4690"/>
                  <a:pt x="595" y="4553"/>
                  <a:pt x="584" y="4415"/>
                </a:cubicBezTo>
                <a:cubicBezTo>
                  <a:pt x="574" y="4277"/>
                  <a:pt x="572" y="4156"/>
                  <a:pt x="578" y="4048"/>
                </a:cubicBezTo>
                <a:cubicBezTo>
                  <a:pt x="584" y="3907"/>
                  <a:pt x="603" y="3792"/>
                  <a:pt x="632" y="3704"/>
                </a:cubicBezTo>
                <a:cubicBezTo>
                  <a:pt x="661" y="3616"/>
                  <a:pt x="708" y="3518"/>
                  <a:pt x="772" y="3412"/>
                </a:cubicBezTo>
                <a:cubicBezTo>
                  <a:pt x="837" y="3305"/>
                  <a:pt x="893" y="3239"/>
                  <a:pt x="941" y="3215"/>
                </a:cubicBezTo>
                <a:lnTo>
                  <a:pt x="1273" y="3012"/>
                </a:lnTo>
                <a:cubicBezTo>
                  <a:pt x="1174" y="2959"/>
                  <a:pt x="1094" y="2915"/>
                  <a:pt x="1034" y="2880"/>
                </a:cubicBezTo>
                <a:cubicBezTo>
                  <a:pt x="975" y="2844"/>
                  <a:pt x="924" y="2806"/>
                  <a:pt x="884" y="2767"/>
                </a:cubicBezTo>
                <a:cubicBezTo>
                  <a:pt x="844" y="2729"/>
                  <a:pt x="796" y="2661"/>
                  <a:pt x="739" y="2564"/>
                </a:cubicBezTo>
                <a:cubicBezTo>
                  <a:pt x="683" y="2467"/>
                  <a:pt x="639" y="2372"/>
                  <a:pt x="611" y="2279"/>
                </a:cubicBezTo>
                <a:cubicBezTo>
                  <a:pt x="582" y="2187"/>
                  <a:pt x="565" y="2085"/>
                  <a:pt x="558" y="1973"/>
                </a:cubicBezTo>
                <a:cubicBezTo>
                  <a:pt x="550" y="1862"/>
                  <a:pt x="552" y="1753"/>
                  <a:pt x="562" y="1648"/>
                </a:cubicBezTo>
                <a:cubicBezTo>
                  <a:pt x="566" y="1592"/>
                  <a:pt x="580" y="1478"/>
                  <a:pt x="605" y="1308"/>
                </a:cubicBezTo>
                <a:cubicBezTo>
                  <a:pt x="629" y="1139"/>
                  <a:pt x="643" y="1004"/>
                  <a:pt x="646" y="904"/>
                </a:cubicBezTo>
                <a:cubicBezTo>
                  <a:pt x="649" y="805"/>
                  <a:pt x="641" y="718"/>
                  <a:pt x="619" y="644"/>
                </a:cubicBezTo>
                <a:cubicBezTo>
                  <a:pt x="603" y="589"/>
                  <a:pt x="569" y="522"/>
                  <a:pt x="520" y="441"/>
                </a:cubicBezTo>
                <a:cubicBezTo>
                  <a:pt x="470" y="360"/>
                  <a:pt x="411" y="293"/>
                  <a:pt x="341" y="240"/>
                </a:cubicBezTo>
                <a:cubicBezTo>
                  <a:pt x="272" y="187"/>
                  <a:pt x="208" y="152"/>
                  <a:pt x="152" y="132"/>
                </a:cubicBezTo>
                <a:lnTo>
                  <a:pt x="0" y="82"/>
                </a:lnTo>
                <a:close/>
              </a:path>
            </a:pathLst>
          </a:custGeom>
          <a:solidFill>
            <a:srgbClr val="004EA2"/>
          </a:solidFill>
          <a:ln>
            <a:noFill/>
          </a:ln>
        </p:spPr>
        <p:txBody>
          <a:bodyPr vert="horz" wrap="square" lIns="91440" tIns="45720" rIns="91440" bIns="45720" numCol="1" anchor="t" anchorCtr="0" compatLnSpc="1"/>
          <a:lstStyle/>
          <a:p>
            <a:endParaRPr lang="zh-CN" altLang="en-US"/>
          </a:p>
        </p:txBody>
      </p:sp>
      <p:grpSp>
        <p:nvGrpSpPr>
          <p:cNvPr id="38" name="组合 37"/>
          <p:cNvGrpSpPr/>
          <p:nvPr>
            <p:custDataLst>
              <p:tags r:id="rId1"/>
            </p:custDataLst>
          </p:nvPr>
        </p:nvGrpSpPr>
        <p:grpSpPr>
          <a:xfrm>
            <a:off x="4867274" y="320996"/>
            <a:ext cx="6425912" cy="1232408"/>
            <a:chOff x="5710618" y="2505937"/>
            <a:chExt cx="5955527" cy="1232408"/>
          </a:xfrm>
        </p:grpSpPr>
        <p:sp>
          <p:nvSpPr>
            <p:cNvPr id="39" name="矩形 38"/>
            <p:cNvSpPr/>
            <p:nvPr>
              <p:custDataLst>
                <p:tags r:id="rId14"/>
              </p:custDataLst>
            </p:nvPr>
          </p:nvSpPr>
          <p:spPr>
            <a:xfrm>
              <a:off x="5710619" y="2505937"/>
              <a:ext cx="1312136" cy="338554"/>
            </a:xfrm>
            <a:prstGeom prst="rect">
              <a:avLst/>
            </a:prstGeom>
          </p:spPr>
          <p:txBody>
            <a:bodyPr wrap="none">
              <a:spAutoFit/>
            </a:bodyPr>
            <a:lstStyle/>
            <a:p>
              <a:r>
                <a:rPr lang="zh-CN" altLang="en-US" sz="1600" b="1" dirty="0">
                  <a:solidFill>
                    <a:srgbClr val="004EA2"/>
                  </a:solidFill>
                  <a:latin typeface="微软雅黑" panose="020B0503020204020204" pitchFamily="34" charset="-122"/>
                  <a:ea typeface="微软雅黑" panose="020B0503020204020204" pitchFamily="34" charset="-122"/>
                </a:rPr>
                <a:t>第一章：绪论</a:t>
              </a:r>
            </a:p>
          </p:txBody>
        </p:sp>
        <p:sp>
          <p:nvSpPr>
            <p:cNvPr id="40" name="矩形 39"/>
            <p:cNvSpPr/>
            <p:nvPr>
              <p:custDataLst>
                <p:tags r:id="rId15"/>
              </p:custDataLst>
            </p:nvPr>
          </p:nvSpPr>
          <p:spPr>
            <a:xfrm>
              <a:off x="5710618" y="2833097"/>
              <a:ext cx="5955527" cy="905248"/>
            </a:xfrm>
            <a:prstGeom prst="rect">
              <a:avLst/>
            </a:prstGeom>
          </p:spPr>
          <p:txBody>
            <a:bodyPr wrap="square">
              <a:spAutoFit/>
            </a:bodyPr>
            <a:lstStyle/>
            <a:p>
              <a:pPr indent="358775" algn="just">
                <a:lnSpc>
                  <a:spcPct val="130000"/>
                </a:lnSpc>
              </a:pPr>
              <a:r>
                <a:rPr lang="zh-CN" altLang="en-US" sz="1400">
                  <a:solidFill>
                    <a:schemeClr val="tx1"/>
                  </a:solidFill>
                  <a:latin typeface="微软雅黑" panose="020B0503020204020204" pitchFamily="34" charset="-122"/>
                  <a:ea typeface="微软雅黑" panose="020B0503020204020204" pitchFamily="34" charset="-122"/>
                </a:rPr>
                <a:t>说明本课题研究的目的与意义，同时对现有的基于点云和可见光融合的目标检测算法的国内外研究现状进行阐述，并分析当前算法存在的挑战。概述主要研究内容和论文结构。</a:t>
              </a:r>
              <a:endParaRPr lang="zh-CN" altLang="en-US" sz="1400" dirty="0">
                <a:solidFill>
                  <a:schemeClr val="tx1"/>
                </a:solidFill>
                <a:latin typeface="微软雅黑" panose="020B0503020204020204" pitchFamily="34" charset="-122"/>
                <a:ea typeface="微软雅黑" panose="020B0503020204020204" pitchFamily="34" charset="-122"/>
              </a:endParaRPr>
            </a:p>
          </p:txBody>
        </p:sp>
      </p:grpSp>
      <p:grpSp>
        <p:nvGrpSpPr>
          <p:cNvPr id="41" name="组合 40"/>
          <p:cNvGrpSpPr/>
          <p:nvPr>
            <p:custDataLst>
              <p:tags r:id="rId2"/>
            </p:custDataLst>
          </p:nvPr>
        </p:nvGrpSpPr>
        <p:grpSpPr>
          <a:xfrm>
            <a:off x="4867273" y="1540259"/>
            <a:ext cx="6425913" cy="970046"/>
            <a:chOff x="5710618" y="3747416"/>
            <a:chExt cx="5955528" cy="970046"/>
          </a:xfrm>
        </p:grpSpPr>
        <p:sp>
          <p:nvSpPr>
            <p:cNvPr id="42" name="矩形 41"/>
            <p:cNvSpPr/>
            <p:nvPr>
              <p:custDataLst>
                <p:tags r:id="rId12"/>
              </p:custDataLst>
            </p:nvPr>
          </p:nvSpPr>
          <p:spPr>
            <a:xfrm>
              <a:off x="5710618" y="3747416"/>
              <a:ext cx="3403946" cy="338554"/>
            </a:xfrm>
            <a:prstGeom prst="rect">
              <a:avLst/>
            </a:prstGeom>
          </p:spPr>
          <p:txBody>
            <a:bodyPr wrap="none">
              <a:spAutoFit/>
            </a:bodyPr>
            <a:lstStyle/>
            <a:p>
              <a:r>
                <a:rPr lang="zh-CN" altLang="en-US" sz="1600" b="1" dirty="0">
                  <a:solidFill>
                    <a:srgbClr val="004EA2"/>
                  </a:solidFill>
                  <a:latin typeface="微软雅黑" panose="020B0503020204020204" pitchFamily="34" charset="-122"/>
                  <a:ea typeface="微软雅黑" panose="020B0503020204020204" pitchFamily="34" charset="-122"/>
                </a:rPr>
                <a:t>第二</a:t>
              </a:r>
              <a:r>
                <a:rPr lang="zh-CN" altLang="en-US" sz="1600" b="1">
                  <a:solidFill>
                    <a:srgbClr val="004EA2"/>
                  </a:solidFill>
                  <a:latin typeface="微软雅黑" panose="020B0503020204020204" pitchFamily="34" charset="-122"/>
                  <a:ea typeface="微软雅黑" panose="020B0503020204020204" pitchFamily="34" charset="-122"/>
                </a:rPr>
                <a:t>章：构建船舶点云和可见光数据集</a:t>
              </a:r>
              <a:endParaRPr lang="zh-CN" altLang="en-US" sz="1600" b="1" dirty="0">
                <a:solidFill>
                  <a:srgbClr val="004EA2"/>
                </a:solidFill>
                <a:latin typeface="微软雅黑" panose="020B0503020204020204" pitchFamily="34" charset="-122"/>
                <a:ea typeface="微软雅黑" panose="020B0503020204020204" pitchFamily="34" charset="-122"/>
              </a:endParaRPr>
            </a:p>
          </p:txBody>
        </p:sp>
        <p:sp>
          <p:nvSpPr>
            <p:cNvPr id="43" name="矩形 42"/>
            <p:cNvSpPr/>
            <p:nvPr>
              <p:custDataLst>
                <p:tags r:id="rId13"/>
              </p:custDataLst>
            </p:nvPr>
          </p:nvSpPr>
          <p:spPr>
            <a:xfrm>
              <a:off x="5710619" y="4067222"/>
              <a:ext cx="5955527" cy="650240"/>
            </a:xfrm>
            <a:prstGeom prst="rect">
              <a:avLst/>
            </a:prstGeom>
          </p:spPr>
          <p:txBody>
            <a:bodyPr wrap="square">
              <a:spAutoFit/>
            </a:bodyPr>
            <a:lstStyle/>
            <a:p>
              <a:pPr indent="358775" algn="just">
                <a:lnSpc>
                  <a:spcPct val="130000"/>
                </a:lnSpc>
                <a:buClrTx/>
                <a:buSzTx/>
                <a:buFontTx/>
              </a:pPr>
              <a:r>
                <a:rPr lang="zh-CN" altLang="en-US" sz="1400">
                  <a:latin typeface="微软雅黑" panose="020B0503020204020204" pitchFamily="34" charset="-122"/>
                  <a:ea typeface="微软雅黑" panose="020B0503020204020204" pitchFamily="34" charset="-122"/>
                </a:rPr>
                <a:t>包括数据的采集和标注，以及Lidar与可见光相机之间的联合标定。使用UE5对无法采集场景下的数据增广。</a:t>
              </a:r>
            </a:p>
          </p:txBody>
        </p:sp>
      </p:grpSp>
      <p:grpSp>
        <p:nvGrpSpPr>
          <p:cNvPr id="44" name="组合 43"/>
          <p:cNvGrpSpPr/>
          <p:nvPr>
            <p:custDataLst>
              <p:tags r:id="rId3"/>
            </p:custDataLst>
          </p:nvPr>
        </p:nvGrpSpPr>
        <p:grpSpPr>
          <a:xfrm>
            <a:off x="4867274" y="2524352"/>
            <a:ext cx="6425912" cy="1535084"/>
            <a:chOff x="5757701" y="5004180"/>
            <a:chExt cx="5955527" cy="1535084"/>
          </a:xfrm>
        </p:grpSpPr>
        <p:sp>
          <p:nvSpPr>
            <p:cNvPr id="45" name="矩形 44"/>
            <p:cNvSpPr/>
            <p:nvPr>
              <p:custDataLst>
                <p:tags r:id="rId10"/>
              </p:custDataLst>
            </p:nvPr>
          </p:nvSpPr>
          <p:spPr>
            <a:xfrm>
              <a:off x="5757701" y="5004180"/>
              <a:ext cx="3023618" cy="338554"/>
            </a:xfrm>
            <a:prstGeom prst="rect">
              <a:avLst/>
            </a:prstGeom>
          </p:spPr>
          <p:txBody>
            <a:bodyPr wrap="none">
              <a:spAutoFit/>
            </a:bodyPr>
            <a:lstStyle/>
            <a:p>
              <a:r>
                <a:rPr lang="zh-CN" altLang="en-US" sz="1600" b="1" dirty="0">
                  <a:solidFill>
                    <a:srgbClr val="004EA2"/>
                  </a:solidFill>
                  <a:latin typeface="微软雅黑" panose="020B0503020204020204" pitchFamily="34" charset="-122"/>
                  <a:ea typeface="微软雅黑" panose="020B0503020204020204" pitchFamily="34" charset="-122"/>
                </a:rPr>
                <a:t>第三</a:t>
              </a:r>
              <a:r>
                <a:rPr lang="zh-CN" altLang="en-US" sz="1600" b="1">
                  <a:solidFill>
                    <a:srgbClr val="004EA2"/>
                  </a:solidFill>
                  <a:latin typeface="微软雅黑" panose="020B0503020204020204" pitchFamily="34" charset="-122"/>
                  <a:ea typeface="微软雅黑" panose="020B0503020204020204" pitchFamily="34" charset="-122"/>
                </a:rPr>
                <a:t>章：单一模态检测算法的研究</a:t>
              </a:r>
              <a:endParaRPr lang="zh-CN" altLang="en-US" sz="1600" b="1" dirty="0">
                <a:solidFill>
                  <a:srgbClr val="004EA2"/>
                </a:solidFill>
                <a:latin typeface="微软雅黑" panose="020B0503020204020204" pitchFamily="34" charset="-122"/>
                <a:ea typeface="微软雅黑" panose="020B0503020204020204" pitchFamily="34" charset="-122"/>
              </a:endParaRPr>
            </a:p>
          </p:txBody>
        </p:sp>
        <p:sp>
          <p:nvSpPr>
            <p:cNvPr id="46" name="矩形 45"/>
            <p:cNvSpPr/>
            <p:nvPr>
              <p:custDataLst>
                <p:tags r:id="rId11"/>
              </p:custDataLst>
            </p:nvPr>
          </p:nvSpPr>
          <p:spPr>
            <a:xfrm>
              <a:off x="5757701" y="5329589"/>
              <a:ext cx="5955527" cy="1209675"/>
            </a:xfrm>
            <a:prstGeom prst="rect">
              <a:avLst/>
            </a:prstGeom>
          </p:spPr>
          <p:txBody>
            <a:bodyPr wrap="square">
              <a:spAutoFit/>
            </a:bodyPr>
            <a:lstStyle/>
            <a:p>
              <a:pPr indent="358775" algn="just">
                <a:lnSpc>
                  <a:spcPct val="130000"/>
                </a:lnSpc>
                <a:buClrTx/>
                <a:buSzTx/>
                <a:buFontTx/>
              </a:pPr>
              <a:r>
                <a:rPr lang="zh-CN" altLang="en-US" sz="1400">
                  <a:latin typeface="微软雅黑" panose="020B0503020204020204" pitchFamily="34" charset="-122"/>
                  <a:ea typeface="微软雅黑" panose="020B0503020204020204" pitchFamily="34" charset="-122"/>
                </a:rPr>
                <a:t>基于自建船舶点云-可见光数据集，分别测试VoxelNet、SECOND、PV-RCNN三种点云检测基线模型和Swin Transformer、Faster R-CNN、YOLOv13三种可见光检测基线模型。对比上述模型的性能，分别选取面向不同融合策略的最优模型用于后续研究。</a:t>
              </a:r>
            </a:p>
          </p:txBody>
        </p:sp>
      </p:grpSp>
      <p:grpSp>
        <p:nvGrpSpPr>
          <p:cNvPr id="47" name="组合 46"/>
          <p:cNvGrpSpPr/>
          <p:nvPr>
            <p:custDataLst>
              <p:tags r:id="rId4"/>
            </p:custDataLst>
          </p:nvPr>
        </p:nvGrpSpPr>
        <p:grpSpPr>
          <a:xfrm>
            <a:off x="4867273" y="4092964"/>
            <a:ext cx="6425913" cy="1516321"/>
            <a:chOff x="5710618" y="5045220"/>
            <a:chExt cx="5955528" cy="1516321"/>
          </a:xfrm>
        </p:grpSpPr>
        <p:sp>
          <p:nvSpPr>
            <p:cNvPr id="48" name="矩形 47"/>
            <p:cNvSpPr/>
            <p:nvPr>
              <p:custDataLst>
                <p:tags r:id="rId8"/>
              </p:custDataLst>
            </p:nvPr>
          </p:nvSpPr>
          <p:spPr>
            <a:xfrm>
              <a:off x="5710618" y="5045220"/>
              <a:ext cx="4354770" cy="338554"/>
            </a:xfrm>
            <a:prstGeom prst="rect">
              <a:avLst/>
            </a:prstGeom>
          </p:spPr>
          <p:txBody>
            <a:bodyPr wrap="none">
              <a:spAutoFit/>
            </a:bodyPr>
            <a:lstStyle/>
            <a:p>
              <a:r>
                <a:rPr lang="zh-CN" altLang="en-US" sz="1600" b="1" dirty="0">
                  <a:solidFill>
                    <a:srgbClr val="004EA2"/>
                  </a:solidFill>
                  <a:latin typeface="微软雅黑" panose="020B0503020204020204" pitchFamily="34" charset="-122"/>
                  <a:ea typeface="微软雅黑" panose="020B0503020204020204" pitchFamily="34" charset="-122"/>
                </a:rPr>
                <a:t>第四</a:t>
              </a:r>
              <a:r>
                <a:rPr lang="zh-CN" altLang="en-US" sz="1600" b="1">
                  <a:solidFill>
                    <a:srgbClr val="004EA2"/>
                  </a:solidFill>
                  <a:latin typeface="微软雅黑" panose="020B0503020204020204" pitchFamily="34" charset="-122"/>
                  <a:ea typeface="微软雅黑" panose="020B0503020204020204" pitchFamily="34" charset="-122"/>
                </a:rPr>
                <a:t>章：决策级融合算法和特征级融合算法的研究</a:t>
              </a:r>
              <a:endParaRPr lang="zh-CN" altLang="en-US" sz="1600" b="1" dirty="0">
                <a:solidFill>
                  <a:srgbClr val="004EA2"/>
                </a:solidFill>
                <a:latin typeface="微软雅黑" panose="020B0503020204020204" pitchFamily="34" charset="-122"/>
                <a:ea typeface="微软雅黑" panose="020B0503020204020204" pitchFamily="34" charset="-122"/>
              </a:endParaRPr>
            </a:p>
          </p:txBody>
        </p:sp>
        <p:sp>
          <p:nvSpPr>
            <p:cNvPr id="49" name="矩形 48"/>
            <p:cNvSpPr/>
            <p:nvPr>
              <p:custDataLst>
                <p:tags r:id="rId9"/>
              </p:custDataLst>
            </p:nvPr>
          </p:nvSpPr>
          <p:spPr>
            <a:xfrm>
              <a:off x="5710619" y="5351866"/>
              <a:ext cx="5955527" cy="1209675"/>
            </a:xfrm>
            <a:prstGeom prst="rect">
              <a:avLst/>
            </a:prstGeom>
          </p:spPr>
          <p:txBody>
            <a:bodyPr wrap="square">
              <a:spAutoFit/>
            </a:bodyPr>
            <a:lstStyle/>
            <a:p>
              <a:pPr indent="358775" algn="just">
                <a:lnSpc>
                  <a:spcPct val="130000"/>
                </a:lnSpc>
                <a:buClrTx/>
                <a:buSzTx/>
                <a:buFontTx/>
              </a:pPr>
              <a:r>
                <a:rPr lang="zh-CN" altLang="en-US" sz="1400">
                  <a:latin typeface="微软雅黑" panose="020B0503020204020204" pitchFamily="34" charset="-122"/>
                  <a:ea typeface="微软雅黑" panose="020B0503020204020204" pitchFamily="34" charset="-122"/>
                </a:rPr>
                <a:t>选取第三章测试的单一模态最优检测模型作为决策级融合模型的检测器，通过改进决策级融合CLOCs网络提升其目标检测能力。同时将对比选出的单一模态最优特征检测模型作为特征级融合算法的分支网络，通过改进特征级融合DSTR网络，提升其在复杂环境中的检测可靠性。</a:t>
              </a:r>
            </a:p>
          </p:txBody>
        </p:sp>
      </p:grpSp>
      <p:grpSp>
        <p:nvGrpSpPr>
          <p:cNvPr id="50" name="组合 49"/>
          <p:cNvGrpSpPr/>
          <p:nvPr>
            <p:custDataLst>
              <p:tags r:id="rId5"/>
            </p:custDataLst>
          </p:nvPr>
        </p:nvGrpSpPr>
        <p:grpSpPr>
          <a:xfrm>
            <a:off x="4867274" y="5635605"/>
            <a:ext cx="6425912" cy="964094"/>
            <a:chOff x="5710619" y="5026457"/>
            <a:chExt cx="5955527" cy="964094"/>
          </a:xfrm>
        </p:grpSpPr>
        <p:sp>
          <p:nvSpPr>
            <p:cNvPr id="51" name="矩形 50"/>
            <p:cNvSpPr/>
            <p:nvPr>
              <p:custDataLst>
                <p:tags r:id="rId6"/>
              </p:custDataLst>
            </p:nvPr>
          </p:nvSpPr>
          <p:spPr>
            <a:xfrm>
              <a:off x="5710619" y="5026457"/>
              <a:ext cx="1692465" cy="338554"/>
            </a:xfrm>
            <a:prstGeom prst="rect">
              <a:avLst/>
            </a:prstGeom>
          </p:spPr>
          <p:txBody>
            <a:bodyPr wrap="none">
              <a:spAutoFit/>
            </a:bodyPr>
            <a:lstStyle/>
            <a:p>
              <a:r>
                <a:rPr lang="zh-CN" altLang="en-US" sz="1600" b="1" dirty="0">
                  <a:solidFill>
                    <a:srgbClr val="004EA2"/>
                  </a:solidFill>
                  <a:latin typeface="微软雅黑" panose="020B0503020204020204" pitchFamily="34" charset="-122"/>
                  <a:ea typeface="微软雅黑" panose="020B0503020204020204" pitchFamily="34" charset="-122"/>
                </a:rPr>
                <a:t>第五</a:t>
              </a:r>
              <a:r>
                <a:rPr lang="zh-CN" altLang="en-US" sz="1600" b="1">
                  <a:solidFill>
                    <a:srgbClr val="004EA2"/>
                  </a:solidFill>
                  <a:latin typeface="微软雅黑" panose="020B0503020204020204" pitchFamily="34" charset="-122"/>
                  <a:ea typeface="微软雅黑" panose="020B0503020204020204" pitchFamily="34" charset="-122"/>
                </a:rPr>
                <a:t>章：实验</a:t>
              </a:r>
              <a:r>
                <a:rPr lang="zh-CN" altLang="en-US" sz="1600" b="1" dirty="0">
                  <a:solidFill>
                    <a:srgbClr val="004EA2"/>
                  </a:solidFill>
                  <a:latin typeface="微软雅黑" panose="020B0503020204020204" pitchFamily="34" charset="-122"/>
                  <a:ea typeface="微软雅黑" panose="020B0503020204020204" pitchFamily="34" charset="-122"/>
                </a:rPr>
                <a:t>验证</a:t>
              </a:r>
            </a:p>
          </p:txBody>
        </p:sp>
        <p:sp>
          <p:nvSpPr>
            <p:cNvPr id="52" name="矩形 51"/>
            <p:cNvSpPr/>
            <p:nvPr>
              <p:custDataLst>
                <p:tags r:id="rId7"/>
              </p:custDataLst>
            </p:nvPr>
          </p:nvSpPr>
          <p:spPr>
            <a:xfrm>
              <a:off x="5710619" y="5340311"/>
              <a:ext cx="5955527" cy="650240"/>
            </a:xfrm>
            <a:prstGeom prst="rect">
              <a:avLst/>
            </a:prstGeom>
          </p:spPr>
          <p:txBody>
            <a:bodyPr wrap="square">
              <a:spAutoFit/>
            </a:bodyPr>
            <a:lstStyle/>
            <a:p>
              <a:pPr indent="358775" algn="just">
                <a:lnSpc>
                  <a:spcPct val="130000"/>
                </a:lnSpc>
                <a:buClrTx/>
                <a:buSzTx/>
                <a:buFontTx/>
              </a:pPr>
              <a:r>
                <a:rPr lang="zh-CN" altLang="en-US" sz="1400">
                  <a:latin typeface="微软雅黑" panose="020B0503020204020204" pitchFamily="34" charset="-122"/>
                  <a:ea typeface="微软雅黑" panose="020B0503020204020204" pitchFamily="34" charset="-122"/>
                </a:rPr>
                <a:t>基于数据增广，生成不同天气、光照条件下相同目标场景数据，测试改进的特征级融合和决策级融合网络性能，充分验证其泛化能力。</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00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004EA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grpSp>
      <p:sp>
        <p:nvSpPr>
          <p:cNvPr id="8" name="文本框 7"/>
          <p:cNvSpPr txBox="1"/>
          <p:nvPr/>
        </p:nvSpPr>
        <p:spPr>
          <a:xfrm>
            <a:off x="5545195" y="3503455"/>
            <a:ext cx="1089025" cy="460375"/>
          </a:xfrm>
          <a:prstGeom prst="rect">
            <a:avLst/>
          </a:prstGeom>
          <a:noFill/>
        </p:spPr>
        <p:txBody>
          <a:bodyPr wrap="none" rtlCol="0">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Part.4</a:t>
            </a:r>
          </a:p>
        </p:txBody>
      </p:sp>
      <p:sp>
        <p:nvSpPr>
          <p:cNvPr id="9" name="文本框 8"/>
          <p:cNvSpPr txBox="1"/>
          <p:nvPr/>
        </p:nvSpPr>
        <p:spPr>
          <a:xfrm>
            <a:off x="3326766" y="4862641"/>
            <a:ext cx="5537198" cy="706755"/>
          </a:xfrm>
          <a:prstGeom prst="rect">
            <a:avLst/>
          </a:prstGeom>
          <a:noFill/>
          <a:ln>
            <a:noFill/>
          </a:ln>
        </p:spPr>
        <p:txBody>
          <a:bodyPr wrap="square" rtlCol="0">
            <a:spAutoFit/>
          </a:bodyPr>
          <a:lstStyle/>
          <a:p>
            <a:pPr algn="ctr"/>
            <a:r>
              <a:rPr lang="zh-CN" altLang="en-US" sz="4000" b="1" spc="600" dirty="0">
                <a:solidFill>
                  <a:srgbClr val="004EA2"/>
                </a:solidFill>
                <a:latin typeface="微软雅黑" panose="020B0503020204020204" pitchFamily="34" charset="-122"/>
                <a:ea typeface="微软雅黑" panose="020B0503020204020204" pitchFamily="34" charset="-122"/>
              </a:rPr>
              <a:t>论文进度安排</a:t>
            </a:r>
          </a:p>
        </p:txBody>
      </p:sp>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66253" y="944304"/>
            <a:ext cx="5498346" cy="1413287"/>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表格 6"/>
          <p:cNvGraphicFramePr>
            <a:graphicFrameLocks noGrp="1"/>
          </p:cNvGraphicFramePr>
          <p:nvPr>
            <p:custDataLst>
              <p:tags r:id="rId1"/>
            </p:custDataLst>
            <p:extLst>
              <p:ext uri="{D42A27DB-BD31-4B8C-83A1-F6EECF244321}">
                <p14:modId xmlns:p14="http://schemas.microsoft.com/office/powerpoint/2010/main" val="1883000005"/>
              </p:ext>
            </p:extLst>
          </p:nvPr>
        </p:nvGraphicFramePr>
        <p:xfrm>
          <a:off x="1416050" y="433070"/>
          <a:ext cx="9378315" cy="5920740"/>
        </p:xfrm>
        <a:graphic>
          <a:graphicData uri="http://schemas.openxmlformats.org/drawingml/2006/table">
            <a:tbl>
              <a:tblPr firstRow="1" bandRow="1">
                <a:effectLst>
                  <a:outerShdw blurRad="50800" dist="38100" dir="5400000" algn="t" rotWithShape="0">
                    <a:prstClr val="black">
                      <a:alpha val="40000"/>
                    </a:prstClr>
                  </a:outerShdw>
                </a:effectLst>
                <a:tableStyleId>{5C22544A-7EE6-4342-B048-85BDC9FD1C3A}</a:tableStyleId>
              </a:tblPr>
              <a:tblGrid>
                <a:gridCol w="2306320">
                  <a:extLst>
                    <a:ext uri="{9D8B030D-6E8A-4147-A177-3AD203B41FA5}">
                      <a16:colId xmlns:a16="http://schemas.microsoft.com/office/drawing/2014/main" val="20000"/>
                    </a:ext>
                  </a:extLst>
                </a:gridCol>
                <a:gridCol w="7071995">
                  <a:extLst>
                    <a:ext uri="{9D8B030D-6E8A-4147-A177-3AD203B41FA5}">
                      <a16:colId xmlns:a16="http://schemas.microsoft.com/office/drawing/2014/main" val="20001"/>
                    </a:ext>
                  </a:extLst>
                </a:gridCol>
              </a:tblGrid>
              <a:tr h="534670">
                <a:tc>
                  <a:txBody>
                    <a:bodyPr/>
                    <a:lstStyle/>
                    <a:p>
                      <a:pPr algn="l"/>
                      <a:r>
                        <a:rPr lang="zh-CN" altLang="en-US" sz="1800"/>
                        <a:t>时间</a:t>
                      </a:r>
                    </a:p>
                  </a:txBody>
                  <a:tcPr anchor="ctr">
                    <a:solidFill>
                      <a:srgbClr val="004EA2"/>
                    </a:solidFill>
                  </a:tcPr>
                </a:tc>
                <a:tc>
                  <a:txBody>
                    <a:bodyPr/>
                    <a:lstStyle/>
                    <a:p>
                      <a:r>
                        <a:rPr lang="zh-CN" altLang="en-US" sz="1800"/>
                        <a:t>工作安排</a:t>
                      </a:r>
                    </a:p>
                  </a:txBody>
                  <a:tcPr anchor="ctr">
                    <a:solidFill>
                      <a:srgbClr val="004EA2"/>
                    </a:solidFill>
                  </a:tcPr>
                </a:tc>
                <a:extLst>
                  <a:ext uri="{0D108BD9-81ED-4DB2-BD59-A6C34878D82A}">
                    <a16:rowId xmlns:a16="http://schemas.microsoft.com/office/drawing/2014/main" val="10000"/>
                  </a:ext>
                </a:extLst>
              </a:tr>
              <a:tr h="534670">
                <a:tc>
                  <a:txBody>
                    <a:bodyPr/>
                    <a:lstStyle/>
                    <a:p>
                      <a:pPr marL="0" indent="0" algn="l">
                        <a:lnSpc>
                          <a:spcPct val="150000"/>
                        </a:lnSpc>
                        <a:buNone/>
                      </a:pPr>
                      <a:r>
                        <a:rPr lang="en-US" sz="1800" kern="100">
                          <a:effectLst/>
                          <a:latin typeface="微软雅黑" panose="020B0503020204020204" pitchFamily="34" charset="-122"/>
                          <a:ea typeface="微软雅黑" panose="020B0503020204020204" pitchFamily="34" charset="-122"/>
                        </a:rPr>
                        <a:t>2025.08~2025.09</a:t>
                      </a:r>
                    </a:p>
                  </a:txBody>
                  <a:tcPr marL="68580" marR="68580" marT="0" marB="0" anchor="ctr"/>
                </a:tc>
                <a:tc>
                  <a:txBody>
                    <a:bodyPr/>
                    <a:lstStyle/>
                    <a:p>
                      <a:pPr indent="0" algn="l">
                        <a:lnSpc>
                          <a:spcPct val="150000"/>
                        </a:lnSpc>
                        <a:buNone/>
                      </a:pPr>
                      <a:r>
                        <a:rPr lang="zh-CN" sz="1800" kern="100">
                          <a:effectLst/>
                          <a:latin typeface="微软雅黑" panose="020B0503020204020204" pitchFamily="34" charset="-122"/>
                          <a:ea typeface="微软雅黑" panose="020B0503020204020204" pitchFamily="34" charset="-122"/>
                        </a:rPr>
                        <a:t>阅读相关文献并搜集资料，准备开题工作</a:t>
                      </a:r>
                    </a:p>
                  </a:txBody>
                  <a:tcPr marL="68580" marR="68580" marT="0" marB="0" anchor="ctr"/>
                </a:tc>
                <a:extLst>
                  <a:ext uri="{0D108BD9-81ED-4DB2-BD59-A6C34878D82A}">
                    <a16:rowId xmlns:a16="http://schemas.microsoft.com/office/drawing/2014/main" val="10001"/>
                  </a:ext>
                </a:extLst>
              </a:tr>
              <a:tr h="904240">
                <a:tc>
                  <a:txBody>
                    <a:bodyPr/>
                    <a:lstStyle/>
                    <a:p>
                      <a:pPr indent="0" algn="l">
                        <a:lnSpc>
                          <a:spcPct val="150000"/>
                        </a:lnSpc>
                        <a:buNone/>
                      </a:pPr>
                      <a:r>
                        <a:rPr lang="en-US" sz="1800" kern="100">
                          <a:effectLst/>
                          <a:latin typeface="微软雅黑" panose="020B0503020204020204" pitchFamily="34" charset="-122"/>
                          <a:ea typeface="微软雅黑" panose="020B0503020204020204" pitchFamily="34" charset="-122"/>
                        </a:rPr>
                        <a:t>2025.09~2025.12</a:t>
                      </a:r>
                    </a:p>
                  </a:txBody>
                  <a:tcPr marL="68580" marR="68580" marT="0" marB="0" anchor="ctr"/>
                </a:tc>
                <a:tc>
                  <a:txBody>
                    <a:bodyPr/>
                    <a:lstStyle/>
                    <a:p>
                      <a:pPr indent="0" algn="l">
                        <a:lnSpc>
                          <a:spcPct val="150000"/>
                        </a:lnSpc>
                        <a:buNone/>
                      </a:pPr>
                      <a:r>
                        <a:rPr lang="zh-CN" sz="1800" kern="100">
                          <a:effectLst/>
                          <a:latin typeface="微软雅黑" panose="020B0503020204020204" pitchFamily="34" charset="-122"/>
                          <a:ea typeface="微软雅黑" panose="020B0503020204020204" pitchFamily="34" charset="-122"/>
                          <a:cs typeface="微软雅黑" panose="020B0503020204020204" pitchFamily="34" charset="-122"/>
                        </a:rPr>
                        <a:t>制作船舶点云与可见光数据集，使用</a:t>
                      </a:r>
                      <a:r>
                        <a:rPr lang="en-US" sz="1800" kern="100">
                          <a:effectLst/>
                          <a:latin typeface="微软雅黑" panose="020B0503020204020204" pitchFamily="34" charset="-122"/>
                          <a:ea typeface="微软雅黑" panose="020B0503020204020204" pitchFamily="34" charset="-122"/>
                          <a:cs typeface="微软雅黑" panose="020B0503020204020204" pitchFamily="34" charset="-122"/>
                        </a:rPr>
                        <a:t>UE5</a:t>
                      </a:r>
                      <a:r>
                        <a:rPr lang="zh-CN" sz="1800" kern="100">
                          <a:effectLst/>
                          <a:latin typeface="微软雅黑" panose="020B0503020204020204" pitchFamily="34" charset="-122"/>
                          <a:ea typeface="微软雅黑" panose="020B0503020204020204" pitchFamily="34" charset="-122"/>
                          <a:cs typeface="微软雅黑" panose="020B0503020204020204" pitchFamily="34" charset="-122"/>
                        </a:rPr>
                        <a:t>搭建出数据仿真平台，进行数据增广</a:t>
                      </a:r>
                    </a:p>
                  </a:txBody>
                  <a:tcPr marL="68580" marR="68580" marT="0" marB="0" anchor="ctr"/>
                </a:tc>
                <a:extLst>
                  <a:ext uri="{0D108BD9-81ED-4DB2-BD59-A6C34878D82A}">
                    <a16:rowId xmlns:a16="http://schemas.microsoft.com/office/drawing/2014/main" val="10002"/>
                  </a:ext>
                </a:extLst>
              </a:tr>
              <a:tr h="904875">
                <a:tc>
                  <a:txBody>
                    <a:bodyPr/>
                    <a:lstStyle/>
                    <a:p>
                      <a:pPr indent="0" algn="l">
                        <a:lnSpc>
                          <a:spcPct val="150000"/>
                        </a:lnSpc>
                        <a:buNone/>
                      </a:pPr>
                      <a:r>
                        <a:rPr lang="en-US" sz="1800" kern="100">
                          <a:effectLst/>
                          <a:latin typeface="微软雅黑" panose="020B0503020204020204" pitchFamily="34" charset="-122"/>
                          <a:ea typeface="微软雅黑" panose="020B0503020204020204" pitchFamily="34" charset="-122"/>
                        </a:rPr>
                        <a:t>2026.01~2026.03</a:t>
                      </a:r>
                    </a:p>
                  </a:txBody>
                  <a:tcPr marL="68580" marR="68580" marT="0" marB="0" anchor="ctr"/>
                </a:tc>
                <a:tc>
                  <a:txBody>
                    <a:bodyPr/>
                    <a:lstStyle/>
                    <a:p>
                      <a:pPr indent="0" algn="l">
                        <a:lnSpc>
                          <a:spcPct val="150000"/>
                        </a:lnSpc>
                        <a:buNone/>
                      </a:pPr>
                      <a:r>
                        <a:rPr lang="zh-CN" sz="1800" kern="100">
                          <a:effectLst/>
                          <a:latin typeface="微软雅黑" panose="020B0503020204020204" pitchFamily="34" charset="-122"/>
                          <a:ea typeface="微软雅黑" panose="020B0503020204020204" pitchFamily="34" charset="-122"/>
                          <a:cs typeface="微软雅黑" panose="020B0503020204020204" pitchFamily="34" charset="-122"/>
                        </a:rPr>
                        <a:t>测试</a:t>
                      </a:r>
                      <a:r>
                        <a:rPr lang="en-US" sz="1800" kern="100">
                          <a:effectLst/>
                          <a:latin typeface="微软雅黑" panose="020B0503020204020204" pitchFamily="34" charset="-122"/>
                          <a:ea typeface="微软雅黑" panose="020B0503020204020204" pitchFamily="34" charset="-122"/>
                          <a:cs typeface="微软雅黑" panose="020B0503020204020204" pitchFamily="34" charset="-122"/>
                        </a:rPr>
                        <a:t>VoxelNet</a:t>
                      </a:r>
                      <a:r>
                        <a:rPr lang="zh-CN" sz="1800" kern="100">
                          <a:effectLst/>
                          <a:latin typeface="微软雅黑" panose="020B0503020204020204" pitchFamily="34" charset="-122"/>
                          <a:ea typeface="微软雅黑" panose="020B0503020204020204" pitchFamily="34" charset="-122"/>
                          <a:cs typeface="微软雅黑" panose="020B0503020204020204" pitchFamily="34" charset="-122"/>
                        </a:rPr>
                        <a:t>、</a:t>
                      </a:r>
                      <a:r>
                        <a:rPr lang="en-US" sz="1800" kern="100">
                          <a:effectLst/>
                          <a:latin typeface="微软雅黑" panose="020B0503020204020204" pitchFamily="34" charset="-122"/>
                          <a:ea typeface="微软雅黑" panose="020B0503020204020204" pitchFamily="34" charset="-122"/>
                          <a:cs typeface="微软雅黑" panose="020B0503020204020204" pitchFamily="34" charset="-122"/>
                        </a:rPr>
                        <a:t>SECOND</a:t>
                      </a:r>
                      <a:r>
                        <a:rPr lang="zh-CN" sz="1800" kern="100">
                          <a:effectLst/>
                          <a:latin typeface="微软雅黑" panose="020B0503020204020204" pitchFamily="34" charset="-122"/>
                          <a:ea typeface="微软雅黑" panose="020B0503020204020204" pitchFamily="34" charset="-122"/>
                          <a:cs typeface="微软雅黑" panose="020B0503020204020204" pitchFamily="34" charset="-122"/>
                        </a:rPr>
                        <a:t>、</a:t>
                      </a:r>
                      <a:r>
                        <a:rPr lang="en-US" sz="1800" kern="100">
                          <a:effectLst/>
                          <a:latin typeface="微软雅黑" panose="020B0503020204020204" pitchFamily="34" charset="-122"/>
                          <a:ea typeface="微软雅黑" panose="020B0503020204020204" pitchFamily="34" charset="-122"/>
                          <a:cs typeface="微软雅黑" panose="020B0503020204020204" pitchFamily="34" charset="-122"/>
                        </a:rPr>
                        <a:t>PV-RCNN</a:t>
                      </a:r>
                      <a:r>
                        <a:rPr lang="zh-CN" sz="1800" kern="100">
                          <a:effectLst/>
                          <a:latin typeface="微软雅黑" panose="020B0503020204020204" pitchFamily="34" charset="-122"/>
                          <a:ea typeface="微软雅黑" panose="020B0503020204020204" pitchFamily="34" charset="-122"/>
                          <a:cs typeface="微软雅黑" panose="020B0503020204020204" pitchFamily="34" charset="-122"/>
                        </a:rPr>
                        <a:t>三种点云检测基线模型特征提取和目标检测性能</a:t>
                      </a:r>
                    </a:p>
                  </a:txBody>
                  <a:tcPr marL="68580" marR="68580" marT="0" marB="0" anchor="ctr"/>
                </a:tc>
                <a:extLst>
                  <a:ext uri="{0D108BD9-81ED-4DB2-BD59-A6C34878D82A}">
                    <a16:rowId xmlns:a16="http://schemas.microsoft.com/office/drawing/2014/main" val="10003"/>
                  </a:ext>
                </a:extLst>
              </a:tr>
              <a:tr h="904240">
                <a:tc>
                  <a:txBody>
                    <a:bodyPr/>
                    <a:lstStyle/>
                    <a:p>
                      <a:pPr indent="0" algn="l">
                        <a:lnSpc>
                          <a:spcPct val="150000"/>
                        </a:lnSpc>
                        <a:buNone/>
                      </a:pPr>
                      <a:r>
                        <a:rPr lang="en-US" sz="1800" kern="100">
                          <a:effectLst/>
                          <a:latin typeface="微软雅黑" panose="020B0503020204020204" pitchFamily="34" charset="-122"/>
                          <a:ea typeface="微软雅黑" panose="020B0503020204020204" pitchFamily="34" charset="-122"/>
                        </a:rPr>
                        <a:t>2026.04~2026.06</a:t>
                      </a:r>
                    </a:p>
                  </a:txBody>
                  <a:tcPr marL="68580" marR="68580" marT="0" marB="0" anchor="ctr"/>
                </a:tc>
                <a:tc>
                  <a:txBody>
                    <a:bodyPr/>
                    <a:lstStyle/>
                    <a:p>
                      <a:pPr indent="0" algn="l">
                        <a:lnSpc>
                          <a:spcPct val="150000"/>
                        </a:lnSpc>
                        <a:buNone/>
                      </a:pPr>
                      <a:r>
                        <a:rPr lang="zh-CN" sz="1800" kern="100">
                          <a:effectLst/>
                          <a:latin typeface="微软雅黑" panose="020B0503020204020204" pitchFamily="34" charset="-122"/>
                          <a:ea typeface="微软雅黑" panose="020B0503020204020204" pitchFamily="34" charset="-122"/>
                          <a:cs typeface="微软雅黑" panose="020B0503020204020204" pitchFamily="34" charset="-122"/>
                        </a:rPr>
                        <a:t>测试</a:t>
                      </a:r>
                      <a:r>
                        <a:rPr lang="en-US" sz="1800" kern="100">
                          <a:effectLst/>
                          <a:latin typeface="微软雅黑" panose="020B0503020204020204" pitchFamily="34" charset="-122"/>
                          <a:ea typeface="微软雅黑" panose="020B0503020204020204" pitchFamily="34" charset="-122"/>
                          <a:cs typeface="微软雅黑" panose="020B0503020204020204" pitchFamily="34" charset="-122"/>
                        </a:rPr>
                        <a:t>Swin Transformer</a:t>
                      </a:r>
                      <a:r>
                        <a:rPr lang="zh-CN" sz="1800" kern="100">
                          <a:effectLst/>
                          <a:latin typeface="微软雅黑" panose="020B0503020204020204" pitchFamily="34" charset="-122"/>
                          <a:ea typeface="微软雅黑" panose="020B0503020204020204" pitchFamily="34" charset="-122"/>
                          <a:cs typeface="微软雅黑" panose="020B0503020204020204" pitchFamily="34" charset="-122"/>
                        </a:rPr>
                        <a:t>、</a:t>
                      </a:r>
                      <a:r>
                        <a:rPr lang="en-US" sz="1800" kern="100">
                          <a:effectLst/>
                          <a:latin typeface="微软雅黑" panose="020B0503020204020204" pitchFamily="34" charset="-122"/>
                          <a:ea typeface="微软雅黑" panose="020B0503020204020204" pitchFamily="34" charset="-122"/>
                          <a:cs typeface="微软雅黑" panose="020B0503020204020204" pitchFamily="34" charset="-122"/>
                        </a:rPr>
                        <a:t>Faster R-CNN</a:t>
                      </a:r>
                      <a:r>
                        <a:rPr lang="zh-CN" sz="1800" kern="100">
                          <a:effectLst/>
                          <a:latin typeface="微软雅黑" panose="020B0503020204020204" pitchFamily="34" charset="-122"/>
                          <a:ea typeface="微软雅黑" panose="020B0503020204020204" pitchFamily="34" charset="-122"/>
                          <a:cs typeface="微软雅黑" panose="020B0503020204020204" pitchFamily="34" charset="-122"/>
                        </a:rPr>
                        <a:t>、</a:t>
                      </a:r>
                      <a:r>
                        <a:rPr lang="en-US" sz="1800" kern="100">
                          <a:effectLst/>
                          <a:latin typeface="微软雅黑" panose="020B0503020204020204" pitchFamily="34" charset="-122"/>
                          <a:ea typeface="微软雅黑" panose="020B0503020204020204" pitchFamily="34" charset="-122"/>
                          <a:cs typeface="微软雅黑" panose="020B0503020204020204" pitchFamily="34" charset="-122"/>
                        </a:rPr>
                        <a:t>YOLOv13</a:t>
                      </a:r>
                      <a:r>
                        <a:rPr lang="zh-CN" sz="1800" kern="100">
                          <a:effectLst/>
                          <a:latin typeface="微软雅黑" panose="020B0503020204020204" pitchFamily="34" charset="-122"/>
                          <a:ea typeface="微软雅黑" panose="020B0503020204020204" pitchFamily="34" charset="-122"/>
                          <a:cs typeface="微软雅黑" panose="020B0503020204020204" pitchFamily="34" charset="-122"/>
                        </a:rPr>
                        <a:t>三种可见光检测基线模型特征提取和目标检测性能</a:t>
                      </a:r>
                    </a:p>
                  </a:txBody>
                  <a:tcPr marL="68580" marR="68580" marT="0" marB="0" anchor="ctr"/>
                </a:tc>
                <a:extLst>
                  <a:ext uri="{0D108BD9-81ED-4DB2-BD59-A6C34878D82A}">
                    <a16:rowId xmlns:a16="http://schemas.microsoft.com/office/drawing/2014/main" val="10004"/>
                  </a:ext>
                </a:extLst>
              </a:tr>
              <a:tr h="534035">
                <a:tc>
                  <a:txBody>
                    <a:bodyPr/>
                    <a:lstStyle/>
                    <a:p>
                      <a:pPr indent="0" algn="l">
                        <a:lnSpc>
                          <a:spcPct val="150000"/>
                        </a:lnSpc>
                        <a:buNone/>
                      </a:pPr>
                      <a:r>
                        <a:rPr lang="en-US" sz="1800" kern="100">
                          <a:effectLst/>
                          <a:latin typeface="微软雅黑" panose="020B0503020204020204" pitchFamily="34" charset="-122"/>
                          <a:ea typeface="微软雅黑" panose="020B0503020204020204" pitchFamily="34" charset="-122"/>
                        </a:rPr>
                        <a:t>2026.07~2026.08</a:t>
                      </a:r>
                    </a:p>
                  </a:txBody>
                  <a:tcPr marL="68580" marR="68580" marT="0" marB="0" anchor="ctr"/>
                </a:tc>
                <a:tc>
                  <a:txBody>
                    <a:bodyPr/>
                    <a:lstStyle/>
                    <a:p>
                      <a:pPr indent="0" algn="l">
                        <a:lnSpc>
                          <a:spcPct val="150000"/>
                        </a:lnSpc>
                        <a:buNone/>
                      </a:pPr>
                      <a:r>
                        <a:rPr lang="zh-CN" sz="1800" kern="100">
                          <a:effectLst/>
                          <a:latin typeface="微软雅黑" panose="020B0503020204020204" pitchFamily="34" charset="-122"/>
                          <a:ea typeface="微软雅黑" panose="020B0503020204020204" pitchFamily="34" charset="-122"/>
                          <a:cs typeface="微软雅黑" panose="020B0503020204020204" pitchFamily="34" charset="-122"/>
                        </a:rPr>
                        <a:t>研究改进决策级融合</a:t>
                      </a:r>
                      <a:r>
                        <a:rPr lang="en-US" sz="1800" kern="100">
                          <a:effectLst/>
                          <a:latin typeface="微软雅黑" panose="020B0503020204020204" pitchFamily="34" charset="-122"/>
                          <a:ea typeface="微软雅黑" panose="020B0503020204020204" pitchFamily="34" charset="-122"/>
                          <a:cs typeface="微软雅黑" panose="020B0503020204020204" pitchFamily="34" charset="-122"/>
                        </a:rPr>
                        <a:t>CLOCs</a:t>
                      </a:r>
                      <a:r>
                        <a:rPr lang="zh-CN" sz="1800" kern="100">
                          <a:effectLst/>
                          <a:latin typeface="微软雅黑" panose="020B0503020204020204" pitchFamily="34" charset="-122"/>
                          <a:ea typeface="微软雅黑" panose="020B0503020204020204" pitchFamily="34" charset="-122"/>
                          <a:cs typeface="微软雅黑" panose="020B0503020204020204" pitchFamily="34" charset="-122"/>
                        </a:rPr>
                        <a:t>网络</a:t>
                      </a:r>
                    </a:p>
                  </a:txBody>
                  <a:tcPr marL="68580" marR="68580" marT="0" marB="0" anchor="ctr"/>
                </a:tc>
                <a:extLst>
                  <a:ext uri="{0D108BD9-81ED-4DB2-BD59-A6C34878D82A}">
                    <a16:rowId xmlns:a16="http://schemas.microsoft.com/office/drawing/2014/main" val="10005"/>
                  </a:ext>
                </a:extLst>
              </a:tr>
              <a:tr h="534670">
                <a:tc>
                  <a:txBody>
                    <a:bodyPr/>
                    <a:lstStyle/>
                    <a:p>
                      <a:pPr indent="0" algn="l">
                        <a:lnSpc>
                          <a:spcPct val="150000"/>
                        </a:lnSpc>
                        <a:buNone/>
                      </a:pPr>
                      <a:r>
                        <a:rPr lang="en-US" sz="1800" kern="100">
                          <a:effectLst/>
                          <a:latin typeface="微软雅黑" panose="020B0503020204020204" pitchFamily="34" charset="-122"/>
                          <a:ea typeface="微软雅黑" panose="020B0503020204020204" pitchFamily="34" charset="-122"/>
                        </a:rPr>
                        <a:t>2026.09~2026.10</a:t>
                      </a:r>
                    </a:p>
                  </a:txBody>
                  <a:tcPr marL="68580" marR="68580" marT="0" marB="0" anchor="ctr"/>
                </a:tc>
                <a:tc>
                  <a:txBody>
                    <a:bodyPr/>
                    <a:lstStyle/>
                    <a:p>
                      <a:pPr indent="0" algn="l">
                        <a:lnSpc>
                          <a:spcPct val="150000"/>
                        </a:lnSpc>
                        <a:buNone/>
                      </a:pPr>
                      <a:r>
                        <a:rPr lang="zh-CN" sz="1800" kern="100">
                          <a:effectLst/>
                          <a:latin typeface="微软雅黑" panose="020B0503020204020204" pitchFamily="34" charset="-122"/>
                          <a:ea typeface="微软雅黑" panose="020B0503020204020204" pitchFamily="34" charset="-122"/>
                          <a:cs typeface="微软雅黑" panose="020B0503020204020204" pitchFamily="34" charset="-122"/>
                        </a:rPr>
                        <a:t>研究改进特征级融合</a:t>
                      </a:r>
                      <a:r>
                        <a:rPr lang="en-US" sz="1800" kern="100">
                          <a:effectLst/>
                          <a:latin typeface="微软雅黑" panose="020B0503020204020204" pitchFamily="34" charset="-122"/>
                          <a:ea typeface="微软雅黑" panose="020B0503020204020204" pitchFamily="34" charset="-122"/>
                          <a:cs typeface="微软雅黑" panose="020B0503020204020204" pitchFamily="34" charset="-122"/>
                        </a:rPr>
                        <a:t>DSTR</a:t>
                      </a:r>
                      <a:r>
                        <a:rPr lang="zh-CN" sz="1800" kern="100">
                          <a:effectLst/>
                          <a:latin typeface="微软雅黑" panose="020B0503020204020204" pitchFamily="34" charset="-122"/>
                          <a:ea typeface="微软雅黑" panose="020B0503020204020204" pitchFamily="34" charset="-122"/>
                          <a:cs typeface="微软雅黑" panose="020B0503020204020204" pitchFamily="34" charset="-122"/>
                        </a:rPr>
                        <a:t>网络</a:t>
                      </a:r>
                    </a:p>
                  </a:txBody>
                  <a:tcPr marL="68580" marR="68580" marT="0" marB="0" anchor="ctr"/>
                </a:tc>
                <a:extLst>
                  <a:ext uri="{0D108BD9-81ED-4DB2-BD59-A6C34878D82A}">
                    <a16:rowId xmlns:a16="http://schemas.microsoft.com/office/drawing/2014/main" val="10006"/>
                  </a:ext>
                </a:extLst>
              </a:tr>
              <a:tr h="534670">
                <a:tc>
                  <a:txBody>
                    <a:bodyPr/>
                    <a:lstStyle/>
                    <a:p>
                      <a:pPr indent="0" algn="l">
                        <a:lnSpc>
                          <a:spcPct val="150000"/>
                        </a:lnSpc>
                        <a:buNone/>
                      </a:pPr>
                      <a:r>
                        <a:rPr lang="en-US" sz="1800" kern="100">
                          <a:effectLst/>
                          <a:latin typeface="微软雅黑" panose="020B0503020204020204" pitchFamily="34" charset="-122"/>
                          <a:ea typeface="微软雅黑" panose="020B0503020204020204" pitchFamily="34" charset="-122"/>
                        </a:rPr>
                        <a:t>2026.11~2026.12</a:t>
                      </a:r>
                    </a:p>
                  </a:txBody>
                  <a:tcPr marL="68580" marR="68580" marT="0" marB="0" anchor="ctr"/>
                </a:tc>
                <a:tc>
                  <a:txBody>
                    <a:bodyPr/>
                    <a:lstStyle/>
                    <a:p>
                      <a:pPr indent="0" algn="l">
                        <a:lnSpc>
                          <a:spcPct val="150000"/>
                        </a:lnSpc>
                        <a:buNone/>
                      </a:pPr>
                      <a:r>
                        <a:rPr lang="zh-CN" sz="1800" kern="100">
                          <a:effectLst/>
                          <a:latin typeface="微软雅黑" panose="020B0503020204020204" pitchFamily="34" charset="-122"/>
                          <a:ea typeface="微软雅黑" panose="020B0503020204020204" pitchFamily="34" charset="-122"/>
                        </a:rPr>
                        <a:t>实验测试</a:t>
                      </a:r>
                    </a:p>
                  </a:txBody>
                  <a:tcPr marL="68580" marR="68580" marT="0" marB="0" anchor="ctr"/>
                </a:tc>
                <a:extLst>
                  <a:ext uri="{0D108BD9-81ED-4DB2-BD59-A6C34878D82A}">
                    <a16:rowId xmlns:a16="http://schemas.microsoft.com/office/drawing/2014/main" val="10007"/>
                  </a:ext>
                </a:extLst>
              </a:tr>
              <a:tr h="534670">
                <a:tc>
                  <a:txBody>
                    <a:bodyPr/>
                    <a:lstStyle/>
                    <a:p>
                      <a:pPr indent="0" algn="l">
                        <a:lnSpc>
                          <a:spcPct val="150000"/>
                        </a:lnSpc>
                        <a:buNone/>
                      </a:pPr>
                      <a:r>
                        <a:rPr lang="en-US" sz="1800" kern="100">
                          <a:effectLst/>
                          <a:latin typeface="微软雅黑" panose="020B0503020204020204" pitchFamily="34" charset="-122"/>
                          <a:ea typeface="微软雅黑" panose="020B0503020204020204" pitchFamily="34" charset="-122"/>
                        </a:rPr>
                        <a:t>2027.01~2027.03</a:t>
                      </a:r>
                    </a:p>
                  </a:txBody>
                  <a:tcPr marL="68580" marR="68580" marT="0" marB="0" anchor="ctr"/>
                </a:tc>
                <a:tc>
                  <a:txBody>
                    <a:bodyPr/>
                    <a:lstStyle/>
                    <a:p>
                      <a:pPr indent="0" algn="l">
                        <a:lnSpc>
                          <a:spcPct val="150000"/>
                        </a:lnSpc>
                        <a:buNone/>
                      </a:pPr>
                      <a:r>
                        <a:rPr lang="zh-CN" sz="1800" kern="100">
                          <a:effectLst/>
                          <a:latin typeface="微软雅黑" panose="020B0503020204020204" pitchFamily="34" charset="-122"/>
                          <a:ea typeface="微软雅黑" panose="020B0503020204020204" pitchFamily="34" charset="-122"/>
                        </a:rPr>
                        <a:t>整理研究成果，撰写论文，准备答辩</a:t>
                      </a:r>
                    </a:p>
                  </a:txBody>
                  <a:tcPr marL="68580" marR="68580" marT="0" marB="0" anchor="ctr"/>
                </a:tc>
                <a:extLst>
                  <a:ext uri="{0D108BD9-81ED-4DB2-BD59-A6C34878D82A}">
                    <a16:rowId xmlns:a16="http://schemas.microsoft.com/office/drawing/2014/main" val="10008"/>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MH_Other_8"/>
          <p:cNvPicPr/>
          <p:nvPr>
            <p:custDataLst>
              <p:tags r:id="rId1"/>
            </p:custDataLst>
          </p:nvPr>
        </p:nvPicPr>
        <p:blipFill>
          <a:blip r:embed="rId5" cstate="print">
            <a:extLst>
              <a:ext uri="{28A0092B-C50C-407E-A947-70E740481C1C}">
                <a14:useLocalDpi xmlns:a14="http://schemas.microsoft.com/office/drawing/2010/main" val="0"/>
              </a:ext>
            </a:extLst>
          </a:blip>
          <a:srcRect l="50887"/>
          <a:stretch>
            <a:fillRect/>
          </a:stretch>
        </p:blipFill>
        <p:spPr bwMode="auto">
          <a:xfrm rot="5400000" flipH="1">
            <a:off x="6024000" y="-3032194"/>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MH_Other_8"/>
          <p:cNvPicPr/>
          <p:nvPr>
            <p:custDataLst>
              <p:tags r:id="rId2"/>
            </p:custDataLst>
          </p:nvPr>
        </p:nvPicPr>
        <p:blipFill>
          <a:blip r:embed="rId5" cstate="print">
            <a:extLst>
              <a:ext uri="{28A0092B-C50C-407E-A947-70E740481C1C}">
                <a14:useLocalDpi xmlns:a14="http://schemas.microsoft.com/office/drawing/2010/main" val="0"/>
              </a:ext>
            </a:extLst>
          </a:blip>
          <a:srcRect l="50887"/>
          <a:stretch>
            <a:fillRect/>
          </a:stretch>
        </p:blipFill>
        <p:spPr bwMode="auto">
          <a:xfrm rot="16200000" flipH="1" flipV="1">
            <a:off x="6024001" y="-127232"/>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0" y="2214748"/>
            <a:ext cx="12192000" cy="2861362"/>
          </a:xfrm>
          <a:prstGeom prst="rect">
            <a:avLst/>
          </a:prstGeom>
          <a:solidFill>
            <a:srgbClr val="00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2060542" y="3091431"/>
            <a:ext cx="8070915" cy="1107996"/>
          </a:xfrm>
          <a:prstGeom prst="rect">
            <a:avLst/>
          </a:prstGeom>
          <a:noFill/>
        </p:spPr>
        <p:txBody>
          <a:bodyPr wrap="square" rtlCol="0">
            <a:spAutoFit/>
          </a:bodyPr>
          <a:lstStyle/>
          <a:p>
            <a:pPr algn="ctr"/>
            <a:r>
              <a:rPr lang="zh-CN" altLang="en-US" sz="6600" b="1" dirty="0">
                <a:solidFill>
                  <a:schemeClr val="bg1">
                    <a:lumMod val="95000"/>
                  </a:schemeClr>
                </a:solidFill>
                <a:latin typeface="微软雅黑" panose="020B0503020204020204" pitchFamily="34" charset="-122"/>
                <a:ea typeface="微软雅黑" panose="020B0503020204020204" pitchFamily="34" charset="-122"/>
              </a:rPr>
              <a:t>请各位老师批评指正</a:t>
            </a:r>
          </a:p>
        </p:txBody>
      </p:sp>
      <p:pic>
        <p:nvPicPr>
          <p:cNvPr id="19" name="图片 1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982973" y="534642"/>
            <a:ext cx="4226054" cy="1122364"/>
          </a:xfrm>
          <a:prstGeom prst="rect">
            <a:avLst/>
          </a:prstGeom>
        </p:spPr>
      </p:pic>
      <p:sp>
        <p:nvSpPr>
          <p:cNvPr id="13" name="TextBox 6"/>
          <p:cNvSpPr txBox="1"/>
          <p:nvPr/>
        </p:nvSpPr>
        <p:spPr>
          <a:xfrm>
            <a:off x="3640565" y="5651091"/>
            <a:ext cx="1979981" cy="400085"/>
          </a:xfrm>
          <a:prstGeom prst="rect">
            <a:avLst/>
          </a:prstGeom>
          <a:noFill/>
        </p:spPr>
        <p:txBody>
          <a:bodyPr wrap="none" lIns="91416" tIns="45708" rIns="91416" bIns="45708" rtlCol="0">
            <a:spAutoFit/>
          </a:bodyPr>
          <a:lstStyle>
            <a:defPPr>
              <a:defRPr lang="zh-CN"/>
            </a:defPPr>
            <a:lvl1pPr>
              <a:defRPr sz="2000">
                <a:solidFill>
                  <a:schemeClr val="accent2"/>
                </a:solidFill>
                <a:latin typeface="+mn-ea"/>
                <a:ea typeface="+mn-ea"/>
              </a:defRPr>
            </a:lvl1pPr>
          </a:lstStyle>
          <a:p>
            <a:pPr algn="ctr"/>
            <a:r>
              <a:rPr lang="zh-CN" altLang="en-US" b="1" dirty="0">
                <a:solidFill>
                  <a:srgbClr val="004EA2"/>
                </a:solidFill>
                <a:latin typeface="微软雅黑" panose="020B0503020204020204" pitchFamily="34" charset="-122"/>
                <a:ea typeface="微软雅黑" panose="020B0503020204020204" pitchFamily="34" charset="-122"/>
              </a:rPr>
              <a:t>答辩</a:t>
            </a:r>
            <a:r>
              <a:rPr lang="zh-CN" altLang="en-US" b="1">
                <a:solidFill>
                  <a:srgbClr val="004EA2"/>
                </a:solidFill>
                <a:latin typeface="微软雅黑" panose="020B0503020204020204" pitchFamily="34" charset="-122"/>
                <a:ea typeface="微软雅黑" panose="020B0503020204020204" pitchFamily="34" charset="-122"/>
              </a:rPr>
              <a:t>人</a:t>
            </a:r>
            <a:r>
              <a:rPr lang="zh-CN" altLang="en-US">
                <a:solidFill>
                  <a:srgbClr val="004EA2"/>
                </a:solidFill>
                <a:latin typeface="微软雅黑" panose="020B0503020204020204" pitchFamily="34" charset="-122"/>
                <a:ea typeface="微软雅黑" panose="020B0503020204020204" pitchFamily="34" charset="-122"/>
              </a:rPr>
              <a:t>：</a:t>
            </a:r>
            <a:r>
              <a:rPr lang="zh-CN" altLang="en-US" b="1">
                <a:solidFill>
                  <a:schemeClr val="tx1"/>
                </a:solidFill>
                <a:latin typeface="微软雅黑" panose="020B0503020204020204" pitchFamily="34" charset="-122"/>
                <a:ea typeface="微软雅黑" panose="020B0503020204020204" pitchFamily="34" charset="-122"/>
              </a:rPr>
              <a:t>姜世明</a:t>
            </a: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14" name="TextBox 7"/>
          <p:cNvSpPr txBox="1"/>
          <p:nvPr/>
        </p:nvSpPr>
        <p:spPr>
          <a:xfrm>
            <a:off x="6530894" y="5651091"/>
            <a:ext cx="2467610" cy="397510"/>
          </a:xfrm>
          <a:prstGeom prst="rect">
            <a:avLst/>
          </a:prstGeom>
          <a:noFill/>
        </p:spPr>
        <p:txBody>
          <a:bodyPr wrap="none" lIns="91416" tIns="45708" rIns="91416" bIns="45708" rtlCol="0">
            <a:spAutoFit/>
          </a:bodyPr>
          <a:lstStyle/>
          <a:p>
            <a:pPr algn="ctr"/>
            <a:r>
              <a:rPr lang="zh-CN" altLang="en-US" sz="2000" b="1">
                <a:solidFill>
                  <a:srgbClr val="004EA2"/>
                </a:solidFill>
                <a:latin typeface="微软雅黑" panose="020B0503020204020204" pitchFamily="34" charset="-122"/>
                <a:ea typeface="微软雅黑" panose="020B0503020204020204" pitchFamily="34" charset="-122"/>
              </a:rPr>
              <a:t>指导教师：</a:t>
            </a:r>
            <a:r>
              <a:rPr lang="zh-CN" altLang="en-US" sz="2000" b="1">
                <a:latin typeface="微软雅黑" panose="020B0503020204020204" pitchFamily="34" charset="-122"/>
                <a:ea typeface="微软雅黑" panose="020B0503020204020204" pitchFamily="34" charset="-122"/>
              </a:rPr>
              <a:t>苏丽教授</a:t>
            </a:r>
            <a:endPar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MH" val="20151121191650"/>
  <p:tag name="MH_LIBRARY" val="GRAPHIC"/>
  <p:tag name="MH_TYPE" val="Other"/>
  <p:tag name="MH_ORDER" val="8"/>
</p:tagLst>
</file>

<file path=ppt/tags/tag2.xml><?xml version="1.0" encoding="utf-8"?>
<p:tagLst xmlns:a="http://schemas.openxmlformats.org/drawingml/2006/main" xmlns:r="http://schemas.openxmlformats.org/officeDocument/2006/relationships" xmlns:p="http://schemas.openxmlformats.org/presentationml/2006/main">
  <p:tag name="MH" val="20151121191650"/>
  <p:tag name="MH_LIBRARY" val="GRAPHIC"/>
  <p:tag name="MH_TYPE" val="Other"/>
  <p:tag name="MH_ORDER" val="8"/>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33.24787401574804,&quot;left&quot;:407.55503937007876,&quot;top&quot;:85.74543307086614,&quot;width&quot;:418.4449606299213}"/>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33.24787401574804,&quot;left&quot;:407.55503937007876,&quot;top&quot;:85.74543307086614,&quot;width&quot;:418.4449606299213}"/>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33.24787401574804,&quot;left&quot;:407.55503937007876,&quot;top&quot;:85.74543307086614,&quot;width&quot;:418.4449606299213}"/>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33.24787401574804,&quot;left&quot;:407.55503937007876,&quot;top&quot;:85.74543307086614,&quot;width&quot;:418.4449606299213}"/>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33.24787401574804,&quot;left&quot;:407.55503937007876,&quot;top&quot;:85.74543307086614,&quot;width&quot;:418.4449606299213}"/>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33.24787401574804,&quot;left&quot;:407.55503937007876,&quot;top&quot;:85.74543307086614,&quot;width&quot;:418.4449606299213}"/>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33.24787401574804,&quot;left&quot;:407.55503937007876,&quot;top&quot;:85.74543307086614,&quot;width&quot;:418.4449606299213}"/>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33.24787401574804,&quot;left&quot;:407.55503937007876,&quot;top&quot;:85.74543307086614,&quot;width&quot;:418.4449606299213}"/>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33.24787401574804,&quot;left&quot;:407.55503937007876,&quot;top&quot;:85.74543307086614,&quot;width&quot;:418.4449606299213}"/>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33.24787401574804,&quot;left&quot;:407.55503937007876,&quot;top&quot;:85.74543307086614,&quot;width&quot;:418.4449606299213}"/>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33.24787401574804,&quot;left&quot;:407.55503937007876,&quot;top&quot;:85.74543307086614,&quot;width&quot;:418.4449606299213}"/>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33.24787401574804,&quot;left&quot;:407.55503937007876,&quot;top&quot;:85.74543307086614,&quot;width&quot;:418.4449606299213}"/>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53.21898743156373,&quot;left&quot;:66.04204724409446,&quot;top&quot;:105.62488188976377,&quot;width&quot;:823.1134732175813}"/>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53.21898743156373,&quot;left&quot;:66.04204724409446,&quot;top&quot;:105.62488188976377,&quot;width&quot;:823.1134732175813}"/>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53.21898743156373,&quot;left&quot;:66.04204724409446,&quot;top&quot;:105.62488188976377,&quot;width&quot;:823.1134732175813}"/>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53.21898743156373,&quot;left&quot;:66.04204724409446,&quot;top&quot;:105.62488188976377,&quot;width&quot;:823.1134732175813}"/>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53.21898743156373,&quot;left&quot;:66.04204724409446,&quot;top&quot;:105.62488188976377,&quot;width&quot;:823.1134732175813}"/>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53.21898743156373,&quot;left&quot;:66.04204724409446,&quot;top&quot;:105.62488188976377,&quot;width&quot;:823.1134732175813}"/>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175.9064566929134,&quot;left&quot;:30.563070866141732,&quot;top&quot;:350.4114173228346,&quot;width&quot;:898.473779527559}"/>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175.9064566929134,&quot;left&quot;:30.563070866141732,&quot;top&quot;:350.4114173228346,&quot;width&quot;:898.473779527559}"/>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175.9064566929134,&quot;left&quot;:30.563070866141732,&quot;top&quot;:350.4114173228346,&quot;width&quot;:898.473779527559}"/>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175.9064566929134,&quot;left&quot;:30.563070866141732,&quot;top&quot;:350.4114173228346,&quot;width&quot;:898.473779527559}"/>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175.9064566929134,&quot;left&quot;:30.563070866141732,&quot;top&quot;:350.4114173228346,&quot;width&quot;:898.473779527559}"/>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175.9064566929134,&quot;left&quot;:30.563070866141732,&quot;top&quot;:350.4114173228346,&quot;width&quot;:898.473779527559}"/>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270.1378053842037,&quot;left&quot;:71.45000924044004,&quot;top&quot;:184.94999999999993,&quot;width&quot;:814.74999075956}"/>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270.1378053842037,&quot;left&quot;:71.45000924044004,&quot;top&quot;:184.94999999999993,&quot;width&quot;:814.74999075956}"/>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270.1378053842037,&quot;left&quot;:71.45000924044004,&quot;top&quot;:184.94999999999993,&quot;width&quot;:814.74999075956}"/>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270.1378053842037,&quot;left&quot;:71.45000924044004,&quot;top&quot;:184.94999999999993,&quot;width&quot;:814.74999075956}"/>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270.1378053842037,&quot;left&quot;:71.45000924044004,&quot;top&quot;:184.94999999999993,&quot;width&quot;:814.74999075956}"/>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411.0731952326788,&quot;left&quot;:33.28233250551148,&quot;top&quot;:82.75,&quot;width&quot;:893.6499744687537}"/>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411.0731952326788,&quot;left&quot;:33.28233250551148,&quot;top&quot;:82.75,&quot;width&quot;:893.6499744687537}"/>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411.0731952326788,&quot;left&quot;:33.28233250551148,&quot;top&quot;:82.75,&quot;width&quot;:893.6499744687537}"/>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411.0731952326788,&quot;left&quot;:33.28233250551148,&quot;top&quot;:82.75,&quot;width&quot;:893.6499744687537}"/>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411.0731952326788,&quot;left&quot;:33.28233250551148,&quot;top&quot;:82.75,&quot;width&quot;:893.6499744687537}"/>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411.0731952326788,&quot;left&quot;:33.28233250551148,&quot;top&quot;:82.75,&quot;width&quot;:893.6499744687537}"/>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411.0731952326788,&quot;left&quot;:33.28233250551148,&quot;top&quot;:82.75,&quot;width&quot;:893.6499744687537}"/>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411.0731952326788,&quot;left&quot;:33.28233250551148,&quot;top&quot;:82.75,&quot;width&quot;:893.6499744687537}"/>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411.0731952326788,&quot;left&quot;:33.28233250551148,&quot;top&quot;:82.75,&quot;width&quot;:893.6499744687537}"/>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411.0731952326788,&quot;left&quot;:33.28233250551148,&quot;top&quot;:82.75,&quot;width&quot;:893.6499744687537}"/>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411.0731952326788,&quot;left&quot;:33.28233250551148,&quot;top&quot;:82.75,&quot;width&quot;:893.6499744687537}"/>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411.0731952326788,&quot;left&quot;:33.28233250551148,&quot;top&quot;:82.75,&quot;width&quot;:893.6499744687537}"/>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411.0731952326788,&quot;left&quot;:33.28233250551148,&quot;top&quot;:82.75,&quot;width&quot;:893.6499744687537}"/>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411.0731952326788,&quot;left&quot;:33.28233250551148,&quot;top&quot;:82.75,&quot;width&quot;:893.6499744687537}"/>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411.0731952326788,&quot;left&quot;:33.28233250551148,&quot;top&quot;:82.75,&quot;width&quot;:893.6499744687537}"/>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411.0731952326788,&quot;left&quot;:33.28233250551148,&quot;top&quot;:82.75,&quot;width&quot;:880.7999771799259}"/>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411.0731952326788,&quot;left&quot;:33.28233250551148,&quot;top&quot;:82.75,&quot;width&quot;:893.6499744687537}"/>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411.0731952326788,&quot;left&quot;:33.28233250551148,&quot;top&quot;:82.75,&quot;width&quot;:893.6499744687537}"/>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411.0731952326788,&quot;left&quot;:33.28233250551148,&quot;top&quot;:82.75,&quot;width&quot;:893.6499744687537}"/>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411.0731952326788,&quot;left&quot;:33.28233250551148,&quot;top&quot;:82.75,&quot;width&quot;:893.6499744687537}"/>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411.0731952326788,&quot;left&quot;:33.28233250551148,&quot;top&quot;:82.75,&quot;width&quot;:893.6499744687537}"/>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89.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90.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93.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94.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95.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96.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97.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98.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99.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100.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101.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102.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103.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104.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105.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106.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107.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108.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109.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110.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111.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112.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113.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114.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115.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116.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117.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118.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119.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120.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121.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122.xml><?xml version="1.0" encoding="utf-8"?>
<p:tagLst xmlns:a="http://schemas.openxmlformats.org/drawingml/2006/main" xmlns:r="http://schemas.openxmlformats.org/officeDocument/2006/relationships" xmlns:p="http://schemas.openxmlformats.org/presentationml/2006/main">
  <p:tag name="KSO_WM_DIAGRAM_VIRTUALLY_FRAME" val="{&quot;height&quot;:468.33236220472446,&quot;left&quot;:26.77023622047244,&quot;top&quot;:31.210314960629923,&quot;width&quot;:919.4266929133859}"/>
</p:tagLst>
</file>

<file path=ppt/tags/tag123.xml><?xml version="1.0" encoding="utf-8"?>
<p:tagLst xmlns:a="http://schemas.openxmlformats.org/drawingml/2006/main" xmlns:r="http://schemas.openxmlformats.org/officeDocument/2006/relationships" xmlns:p="http://schemas.openxmlformats.org/presentationml/2006/main">
  <p:tag name="KSO_WM_DIAGRAM_VIRTUALLY_FRAME" val="{&quot;height&quot;:203.7499212598425,&quot;left&quot;:43.499921259842516,&quot;top&quot;:304.0499212598425,&quot;width&quot;:905.5981102362206}"/>
</p:tagLst>
</file>

<file path=ppt/tags/tag124.xml><?xml version="1.0" encoding="utf-8"?>
<p:tagLst xmlns:a="http://schemas.openxmlformats.org/drawingml/2006/main" xmlns:r="http://schemas.openxmlformats.org/officeDocument/2006/relationships" xmlns:p="http://schemas.openxmlformats.org/presentationml/2006/main">
  <p:tag name="KSO_WM_DIAGRAM_VIRTUALLY_FRAME" val="{&quot;height&quot;:203.7499212598425,&quot;left&quot;:43.499921259842516,&quot;top&quot;:304.0499212598425,&quot;width&quot;:905.5981102362206}"/>
</p:tagLst>
</file>

<file path=ppt/tags/tag125.xml><?xml version="1.0" encoding="utf-8"?>
<p:tagLst xmlns:a="http://schemas.openxmlformats.org/drawingml/2006/main" xmlns:r="http://schemas.openxmlformats.org/officeDocument/2006/relationships" xmlns:p="http://schemas.openxmlformats.org/presentationml/2006/main">
  <p:tag name="KSO_WM_DIAGRAM_VIRTUALLY_FRAME" val="{&quot;height&quot;:203.7499212598425,&quot;left&quot;:43.499921259842516,&quot;top&quot;:304.0499212598425,&quot;width&quot;:905.5981102362206}"/>
</p:tagLst>
</file>

<file path=ppt/tags/tag126.xml><?xml version="1.0" encoding="utf-8"?>
<p:tagLst xmlns:a="http://schemas.openxmlformats.org/drawingml/2006/main" xmlns:r="http://schemas.openxmlformats.org/officeDocument/2006/relationships" xmlns:p="http://schemas.openxmlformats.org/presentationml/2006/main">
  <p:tag name="KSO_WM_DIAGRAM_VIRTUALLY_FRAME" val="{&quot;height&quot;:203.7499212598425,&quot;left&quot;:43.499921259842516,&quot;top&quot;:304.0499212598425,&quot;width&quot;:905.5981102362206}"/>
</p:tagLst>
</file>

<file path=ppt/tags/tag127.xml><?xml version="1.0" encoding="utf-8"?>
<p:tagLst xmlns:a="http://schemas.openxmlformats.org/drawingml/2006/main" xmlns:r="http://schemas.openxmlformats.org/officeDocument/2006/relationships" xmlns:p="http://schemas.openxmlformats.org/presentationml/2006/main">
  <p:tag name="KSO_WM_DIAGRAM_VIRTUALLY_FRAME" val="{&quot;height&quot;:335.15,&quot;left&quot;:30.15,&quot;top&quot;:105.35,&quot;width&quot;:834.0824409448818}"/>
</p:tagLst>
</file>

<file path=ppt/tags/tag128.xml><?xml version="1.0" encoding="utf-8"?>
<p:tagLst xmlns:a="http://schemas.openxmlformats.org/drawingml/2006/main" xmlns:r="http://schemas.openxmlformats.org/officeDocument/2006/relationships" xmlns:p="http://schemas.openxmlformats.org/presentationml/2006/main">
  <p:tag name="KSO_WM_DIAGRAM_VIRTUALLY_FRAME" val="{&quot;height&quot;:149.72748031496064,&quot;left&quot;:107.8154330708661,&quot;top&quot;:125.39488188976377,&quot;width&quot;:756.4170078740157}"/>
</p:tagLst>
</file>

<file path=ppt/tags/tag129.xml><?xml version="1.0" encoding="utf-8"?>
<p:tagLst xmlns:a="http://schemas.openxmlformats.org/drawingml/2006/main" xmlns:r="http://schemas.openxmlformats.org/officeDocument/2006/relationships" xmlns:p="http://schemas.openxmlformats.org/presentationml/2006/main">
  <p:tag name="KSO_WM_DIAGRAM_VIRTUALLY_FRAME" val="{&quot;height&quot;:335.15,&quot;left&quot;:30.15,&quot;top&quot;:105.35,&quot;width&quot;:834.0824409448818}"/>
</p:tagLst>
</file>

<file path=ppt/tags/tag130.xml><?xml version="1.0" encoding="utf-8"?>
<p:tagLst xmlns:a="http://schemas.openxmlformats.org/drawingml/2006/main" xmlns:r="http://schemas.openxmlformats.org/officeDocument/2006/relationships" xmlns:p="http://schemas.openxmlformats.org/presentationml/2006/main">
  <p:tag name="KSO_WM_DIAGRAM_VIRTUALLY_FRAME" val="{&quot;height&quot;:149.72748031496064,&quot;left&quot;:107.8154330708661,&quot;top&quot;:125.39488188976377,&quot;width&quot;:756.4170078740157}"/>
</p:tagLst>
</file>

<file path=ppt/tags/tag131.xml><?xml version="1.0" encoding="utf-8"?>
<p:tagLst xmlns:a="http://schemas.openxmlformats.org/drawingml/2006/main" xmlns:r="http://schemas.openxmlformats.org/officeDocument/2006/relationships" xmlns:p="http://schemas.openxmlformats.org/presentationml/2006/main">
  <p:tag name="KSO_WM_DIAGRAM_VIRTUALLY_FRAME" val="{&quot;height&quot;:335.15,&quot;left&quot;:30.15,&quot;top&quot;:105.35,&quot;width&quot;:834.0824409448818}"/>
</p:tagLst>
</file>

<file path=ppt/tags/tag132.xml><?xml version="1.0" encoding="utf-8"?>
<p:tagLst xmlns:a="http://schemas.openxmlformats.org/drawingml/2006/main" xmlns:r="http://schemas.openxmlformats.org/officeDocument/2006/relationships" xmlns:p="http://schemas.openxmlformats.org/presentationml/2006/main">
  <p:tag name="KSO_WM_DIAGRAM_VIRTUALLY_FRAME" val="{&quot;height&quot;:335.15,&quot;left&quot;:30.15,&quot;top&quot;:105.35,&quot;width&quot;:834.0824409448818}"/>
</p:tagLst>
</file>

<file path=ppt/tags/tag133.xml><?xml version="1.0" encoding="utf-8"?>
<p:tagLst xmlns:a="http://schemas.openxmlformats.org/drawingml/2006/main" xmlns:r="http://schemas.openxmlformats.org/officeDocument/2006/relationships" xmlns:p="http://schemas.openxmlformats.org/presentationml/2006/main">
  <p:tag name="KSO_WM_DIAGRAM_VIRTUALLY_FRAME" val="{&quot;height&quot;:149.72748031496064,&quot;left&quot;:107.8154330708661,&quot;top&quot;:125.39488188976377,&quot;width&quot;:756.4170078740157}"/>
</p:tagLst>
</file>

<file path=ppt/tags/tag134.xml><?xml version="1.0" encoding="utf-8"?>
<p:tagLst xmlns:a="http://schemas.openxmlformats.org/drawingml/2006/main" xmlns:r="http://schemas.openxmlformats.org/officeDocument/2006/relationships" xmlns:p="http://schemas.openxmlformats.org/presentationml/2006/main">
  <p:tag name="KSO_WM_DIAGRAM_VIRTUALLY_FRAME" val="{&quot;height&quot;:335.15,&quot;left&quot;:30.15,&quot;top&quot;:105.35,&quot;width&quot;:834.0824409448818}"/>
</p:tagLst>
</file>

<file path=ppt/tags/tag135.xml><?xml version="1.0" encoding="utf-8"?>
<p:tagLst xmlns:a="http://schemas.openxmlformats.org/drawingml/2006/main" xmlns:r="http://schemas.openxmlformats.org/officeDocument/2006/relationships" xmlns:p="http://schemas.openxmlformats.org/presentationml/2006/main">
  <p:tag name="KSO_WM_DIAGRAM_VIRTUALLY_FRAME" val="{&quot;height&quot;:149.72748031496064,&quot;left&quot;:107.8154330708661,&quot;top&quot;:125.39488188976377,&quot;width&quot;:756.4170078740157}"/>
</p:tagLst>
</file>

<file path=ppt/tags/tag136.xml><?xml version="1.0" encoding="utf-8"?>
<p:tagLst xmlns:a="http://schemas.openxmlformats.org/drawingml/2006/main" xmlns:r="http://schemas.openxmlformats.org/officeDocument/2006/relationships" xmlns:p="http://schemas.openxmlformats.org/presentationml/2006/main">
  <p:tag name="KSO_WM_DIAGRAM_VIRTUALLY_FRAME" val="{&quot;height&quot;:335.15,&quot;left&quot;:30.15,&quot;top&quot;:105.35,&quot;width&quot;:834.0824409448818}"/>
</p:tagLst>
</file>

<file path=ppt/tags/tag137.xml><?xml version="1.0" encoding="utf-8"?>
<p:tagLst xmlns:a="http://schemas.openxmlformats.org/drawingml/2006/main" xmlns:r="http://schemas.openxmlformats.org/officeDocument/2006/relationships" xmlns:p="http://schemas.openxmlformats.org/presentationml/2006/main">
  <p:tag name="KSO_WM_DIAGRAM_VIRTUALLY_FRAME" val="{&quot;height&quot;:335.15,&quot;left&quot;:30.15,&quot;top&quot;:105.35,&quot;width&quot;:834.0824409448818}"/>
</p:tagLst>
</file>

<file path=ppt/tags/tag138.xml><?xml version="1.0" encoding="utf-8"?>
<p:tagLst xmlns:a="http://schemas.openxmlformats.org/drawingml/2006/main" xmlns:r="http://schemas.openxmlformats.org/officeDocument/2006/relationships" xmlns:p="http://schemas.openxmlformats.org/presentationml/2006/main">
  <p:tag name="KSO_WM_DIAGRAM_VIRTUALLY_FRAME" val="{&quot;height&quot;:335.15,&quot;left&quot;:30.15,&quot;top&quot;:105.35,&quot;width&quot;:834.0824409448818}"/>
</p:tagLst>
</file>

<file path=ppt/tags/tag139.xml><?xml version="1.0" encoding="utf-8"?>
<p:tagLst xmlns:a="http://schemas.openxmlformats.org/drawingml/2006/main" xmlns:r="http://schemas.openxmlformats.org/officeDocument/2006/relationships" xmlns:p="http://schemas.openxmlformats.org/presentationml/2006/main">
  <p:tag name="KSO_WM_DIAGRAM_VIRTUALLY_FRAME" val="{&quot;height&quot;:335.15,&quot;left&quot;:30.15,&quot;top&quot;:105.35,&quot;width&quot;:834.0824409448818}"/>
</p:tagLst>
</file>

<file path=ppt/tags/tag140.xml><?xml version="1.0" encoding="utf-8"?>
<p:tagLst xmlns:a="http://schemas.openxmlformats.org/drawingml/2006/main" xmlns:r="http://schemas.openxmlformats.org/officeDocument/2006/relationships" xmlns:p="http://schemas.openxmlformats.org/presentationml/2006/main">
  <p:tag name="KSO_WM_DIAGRAM_VIRTUALLY_FRAME" val="{&quot;height&quot;:335.15,&quot;left&quot;:30.15,&quot;top&quot;:105.35,&quot;width&quot;:834.0824409448818}"/>
</p:tagLst>
</file>

<file path=ppt/tags/tag141.xml><?xml version="1.0" encoding="utf-8"?>
<p:tagLst xmlns:a="http://schemas.openxmlformats.org/drawingml/2006/main" xmlns:r="http://schemas.openxmlformats.org/officeDocument/2006/relationships" xmlns:p="http://schemas.openxmlformats.org/presentationml/2006/main">
  <p:tag name="KSO_WM_DIAGRAM_VIRTUALLY_FRAME" val="{&quot;height&quot;:335.15,&quot;left&quot;:30.15,&quot;top&quot;:105.35,&quot;width&quot;:834.0824409448818}"/>
</p:tagLst>
</file>

<file path=ppt/tags/tag142.xml><?xml version="1.0" encoding="utf-8"?>
<p:tagLst xmlns:a="http://schemas.openxmlformats.org/drawingml/2006/main" xmlns:r="http://schemas.openxmlformats.org/officeDocument/2006/relationships" xmlns:p="http://schemas.openxmlformats.org/presentationml/2006/main">
  <p:tag name="KSO_WM_DIAGRAM_VIRTUALLY_FRAME" val="{&quot;height&quot;:335.15,&quot;left&quot;:30.15,&quot;top&quot;:105.35,&quot;width&quot;:834.0824409448818}"/>
</p:tagLst>
</file>

<file path=ppt/tags/tag143.xml><?xml version="1.0" encoding="utf-8"?>
<p:tagLst xmlns:a="http://schemas.openxmlformats.org/drawingml/2006/main" xmlns:r="http://schemas.openxmlformats.org/officeDocument/2006/relationships" xmlns:p="http://schemas.openxmlformats.org/presentationml/2006/main">
  <p:tag name="KSO_WM_DIAGRAM_VIRTUALLY_FRAME" val="{&quot;height&quot;:335.15,&quot;left&quot;:30.15,&quot;top&quot;:105.35,&quot;width&quot;:834.0824409448818}"/>
</p:tagLst>
</file>

<file path=ppt/tags/tag144.xml><?xml version="1.0" encoding="utf-8"?>
<p:tagLst xmlns:a="http://schemas.openxmlformats.org/drawingml/2006/main" xmlns:r="http://schemas.openxmlformats.org/officeDocument/2006/relationships" xmlns:p="http://schemas.openxmlformats.org/presentationml/2006/main">
  <p:tag name="KSO_WM_DIAGRAM_VIRTUALLY_FRAME" val="{&quot;height&quot;:149.72748031496064,&quot;left&quot;:107.8154330708661,&quot;top&quot;:125.39488188976377,&quot;width&quot;:756.4170078740157}"/>
</p:tagLst>
</file>

<file path=ppt/tags/tag145.xml><?xml version="1.0" encoding="utf-8"?>
<p:tagLst xmlns:a="http://schemas.openxmlformats.org/drawingml/2006/main" xmlns:r="http://schemas.openxmlformats.org/officeDocument/2006/relationships" xmlns:p="http://schemas.openxmlformats.org/presentationml/2006/main">
  <p:tag name="KSO_WM_DIAGRAM_VIRTUALLY_FRAME" val="{&quot;height&quot;:149.72748031496064,&quot;left&quot;:107.8154330708661,&quot;top&quot;:125.39488188976377,&quot;width&quot;:756.4170078740157}"/>
</p:tagLst>
</file>

<file path=ppt/tags/tag146.xml><?xml version="1.0" encoding="utf-8"?>
<p:tagLst xmlns:a="http://schemas.openxmlformats.org/drawingml/2006/main" xmlns:r="http://schemas.openxmlformats.org/officeDocument/2006/relationships" xmlns:p="http://schemas.openxmlformats.org/presentationml/2006/main">
  <p:tag name="KSO_WM_DIAGRAM_VIRTUALLY_FRAME" val="{&quot;height&quot;:335.15,&quot;left&quot;:30.15,&quot;top&quot;:105.35,&quot;width&quot;:834.0824409448818}"/>
</p:tagLst>
</file>

<file path=ppt/tags/tag147.xml><?xml version="1.0" encoding="utf-8"?>
<p:tagLst xmlns:a="http://schemas.openxmlformats.org/drawingml/2006/main" xmlns:r="http://schemas.openxmlformats.org/officeDocument/2006/relationships" xmlns:p="http://schemas.openxmlformats.org/presentationml/2006/main">
  <p:tag name="KSO_WM_DIAGRAM_VIRTUALLY_FRAME" val="{&quot;height&quot;:335.15,&quot;left&quot;:30.15,&quot;top&quot;:105.35,&quot;width&quot;:834.0824409448818}"/>
</p:tagLst>
</file>

<file path=ppt/tags/tag148.xml><?xml version="1.0" encoding="utf-8"?>
<p:tagLst xmlns:a="http://schemas.openxmlformats.org/drawingml/2006/main" xmlns:r="http://schemas.openxmlformats.org/officeDocument/2006/relationships" xmlns:p="http://schemas.openxmlformats.org/presentationml/2006/main">
  <p:tag name="KSO_WM_DIAGRAM_VIRTUALLY_FRAME" val="{&quot;height&quot;:335.15,&quot;left&quot;:30.15,&quot;top&quot;:105.35,&quot;width&quot;:834.0824409448818}"/>
</p:tagLst>
</file>

<file path=ppt/tags/tag149.xml><?xml version="1.0" encoding="utf-8"?>
<p:tagLst xmlns:a="http://schemas.openxmlformats.org/drawingml/2006/main" xmlns:r="http://schemas.openxmlformats.org/officeDocument/2006/relationships" xmlns:p="http://schemas.openxmlformats.org/presentationml/2006/main">
  <p:tag name="KSO_WM_DIAGRAM_VIRTUALLY_FRAME" val="{&quot;height&quot;:335.15,&quot;left&quot;:30.15,&quot;top&quot;:105.35,&quot;width&quot;:834.0824409448818}"/>
</p:tagLst>
</file>

<file path=ppt/tags/tag150.xml><?xml version="1.0" encoding="utf-8"?>
<p:tagLst xmlns:a="http://schemas.openxmlformats.org/drawingml/2006/main" xmlns:r="http://schemas.openxmlformats.org/officeDocument/2006/relationships" xmlns:p="http://schemas.openxmlformats.org/presentationml/2006/main">
  <p:tag name="KSO_WM_DIAGRAM_VIRTUALLY_FRAME" val="{&quot;height&quot;:335.15,&quot;left&quot;:30.15,&quot;top&quot;:105.35,&quot;width&quot;:834.0824409448818}"/>
</p:tagLst>
</file>

<file path=ppt/tags/tag151.xml><?xml version="1.0" encoding="utf-8"?>
<p:tagLst xmlns:a="http://schemas.openxmlformats.org/drawingml/2006/main" xmlns:r="http://schemas.openxmlformats.org/officeDocument/2006/relationships" xmlns:p="http://schemas.openxmlformats.org/presentationml/2006/main">
  <p:tag name="KSO_WM_DIAGRAM_VIRTUALLY_FRAME" val="{&quot;height&quot;:335.15,&quot;left&quot;:30.15,&quot;top&quot;:105.35,&quot;width&quot;:834.0824409448818}"/>
</p:tagLst>
</file>

<file path=ppt/tags/tag152.xml><?xml version="1.0" encoding="utf-8"?>
<p:tagLst xmlns:a="http://schemas.openxmlformats.org/drawingml/2006/main" xmlns:r="http://schemas.openxmlformats.org/officeDocument/2006/relationships" xmlns:p="http://schemas.openxmlformats.org/presentationml/2006/main">
  <p:tag name="KSO_WM_DIAGRAM_VIRTUALLY_FRAME" val="{&quot;height&quot;:335.15,&quot;left&quot;:30.15,&quot;top&quot;:105.35,&quot;width&quot;:834.0824409448818}"/>
</p:tagLst>
</file>

<file path=ppt/tags/tag153.xml><?xml version="1.0" encoding="utf-8"?>
<p:tagLst xmlns:a="http://schemas.openxmlformats.org/drawingml/2006/main" xmlns:r="http://schemas.openxmlformats.org/officeDocument/2006/relationships" xmlns:p="http://schemas.openxmlformats.org/presentationml/2006/main">
  <p:tag name="KSO_WM_DIAGRAM_VIRTUALLY_FRAME" val="{&quot;height&quot;:335.15,&quot;left&quot;:30.15,&quot;top&quot;:105.35,&quot;width&quot;:834.0824409448818}"/>
</p:tagLst>
</file>

<file path=ppt/tags/tag154.xml><?xml version="1.0" encoding="utf-8"?>
<p:tagLst xmlns:a="http://schemas.openxmlformats.org/drawingml/2006/main" xmlns:r="http://schemas.openxmlformats.org/officeDocument/2006/relationships" xmlns:p="http://schemas.openxmlformats.org/presentationml/2006/main">
  <p:tag name="KSO_WM_DIAGRAM_VIRTUALLY_FRAME" val="{&quot;height&quot;:149.72748031496064,&quot;left&quot;:107.8154330708661,&quot;top&quot;:125.39488188976377,&quot;width&quot;:756.4170078740157}"/>
</p:tagLst>
</file>

<file path=ppt/tags/tag155.xml><?xml version="1.0" encoding="utf-8"?>
<p:tagLst xmlns:a="http://schemas.openxmlformats.org/drawingml/2006/main" xmlns:r="http://schemas.openxmlformats.org/officeDocument/2006/relationships" xmlns:p="http://schemas.openxmlformats.org/presentationml/2006/main">
  <p:tag name="KSO_WM_DIAGRAM_VIRTUALLY_FRAME" val="{&quot;height&quot;:149.72748031496064,&quot;left&quot;:107.8154330708661,&quot;top&quot;:125.39488188976377,&quot;width&quot;:756.4170078740157}"/>
</p:tagLst>
</file>

<file path=ppt/tags/tag156.xml><?xml version="1.0" encoding="utf-8"?>
<p:tagLst xmlns:a="http://schemas.openxmlformats.org/drawingml/2006/main" xmlns:r="http://schemas.openxmlformats.org/officeDocument/2006/relationships" xmlns:p="http://schemas.openxmlformats.org/presentationml/2006/main">
  <p:tag name="KSO_WM_DIAGRAM_VIRTUALLY_FRAME" val="{&quot;height&quot;:335.15,&quot;left&quot;:30.15,&quot;top&quot;:105.35,&quot;width&quot;:834.0824409448818}"/>
</p:tagLst>
</file>

<file path=ppt/tags/tag157.xml><?xml version="1.0" encoding="utf-8"?>
<p:tagLst xmlns:a="http://schemas.openxmlformats.org/drawingml/2006/main" xmlns:r="http://schemas.openxmlformats.org/officeDocument/2006/relationships" xmlns:p="http://schemas.openxmlformats.org/presentationml/2006/main">
  <p:tag name="KSO_WM_DIAGRAM_VIRTUALLY_FRAME" val="{&quot;height&quot;:335.15,&quot;left&quot;:30.15,&quot;top&quot;:105.35,&quot;width&quot;:834.0824409448818}"/>
</p:tagLst>
</file>

<file path=ppt/tags/tag158.xml><?xml version="1.0" encoding="utf-8"?>
<p:tagLst xmlns:a="http://schemas.openxmlformats.org/drawingml/2006/main" xmlns:r="http://schemas.openxmlformats.org/officeDocument/2006/relationships" xmlns:p="http://schemas.openxmlformats.org/presentationml/2006/main">
  <p:tag name="KSO_WM_DIAGRAM_VIRTUALLY_FRAME" val="{&quot;height&quot;:335.15,&quot;left&quot;:30.15,&quot;top&quot;:105.35,&quot;width&quot;:834.0824409448818}"/>
</p:tagLst>
</file>

<file path=ppt/tags/tag159.xml><?xml version="1.0" encoding="utf-8"?>
<p:tagLst xmlns:a="http://schemas.openxmlformats.org/drawingml/2006/main" xmlns:r="http://schemas.openxmlformats.org/officeDocument/2006/relationships" xmlns:p="http://schemas.openxmlformats.org/presentationml/2006/main">
  <p:tag name="KSO_WM_DIAGRAM_VIRTUALLY_FRAME" val="{&quot;height&quot;:335.15,&quot;left&quot;:30.15,&quot;top&quot;:105.35,&quot;width&quot;:834.0824409448818}"/>
</p:tagLst>
</file>

<file path=ppt/tags/tag160.xml><?xml version="1.0" encoding="utf-8"?>
<p:tagLst xmlns:a="http://schemas.openxmlformats.org/drawingml/2006/main" xmlns:r="http://schemas.openxmlformats.org/officeDocument/2006/relationships" xmlns:p="http://schemas.openxmlformats.org/presentationml/2006/main">
  <p:tag name="KSO_WM_DIAGRAM_VIRTUALLY_FRAME" val="{&quot;height&quot;:494.3860629921261,&quot;left&quot;:388.14984251968497,&quot;top&quot;:37.87527559055118,&quot;width&quot;:505.9774015748033}"/>
</p:tagLst>
</file>

<file path=ppt/tags/tag161.xml><?xml version="1.0" encoding="utf-8"?>
<p:tagLst xmlns:a="http://schemas.openxmlformats.org/drawingml/2006/main" xmlns:r="http://schemas.openxmlformats.org/officeDocument/2006/relationships" xmlns:p="http://schemas.openxmlformats.org/presentationml/2006/main">
  <p:tag name="KSO_WM_DIAGRAM_VIRTUALLY_FRAME" val="{&quot;height&quot;:494.3860629921261,&quot;left&quot;:388.14984251968497,&quot;top&quot;:37.87527559055118,&quot;width&quot;:505.9774015748033}"/>
</p:tagLst>
</file>

<file path=ppt/tags/tag162.xml><?xml version="1.0" encoding="utf-8"?>
<p:tagLst xmlns:a="http://schemas.openxmlformats.org/drawingml/2006/main" xmlns:r="http://schemas.openxmlformats.org/officeDocument/2006/relationships" xmlns:p="http://schemas.openxmlformats.org/presentationml/2006/main">
  <p:tag name="KSO_WM_DIAGRAM_VIRTUALLY_FRAME" val="{&quot;height&quot;:494.3860629921261,&quot;left&quot;:388.14984251968497,&quot;top&quot;:37.87527559055118,&quot;width&quot;:505.9774015748033}"/>
</p:tagLst>
</file>

<file path=ppt/tags/tag163.xml><?xml version="1.0" encoding="utf-8"?>
<p:tagLst xmlns:a="http://schemas.openxmlformats.org/drawingml/2006/main" xmlns:r="http://schemas.openxmlformats.org/officeDocument/2006/relationships" xmlns:p="http://schemas.openxmlformats.org/presentationml/2006/main">
  <p:tag name="KSO_WM_DIAGRAM_VIRTUALLY_FRAME" val="{&quot;height&quot;:494.3860629921261,&quot;left&quot;:388.14984251968497,&quot;top&quot;:37.87527559055118,&quot;width&quot;:505.9774015748033}"/>
</p:tagLst>
</file>

<file path=ppt/tags/tag164.xml><?xml version="1.0" encoding="utf-8"?>
<p:tagLst xmlns:a="http://schemas.openxmlformats.org/drawingml/2006/main" xmlns:r="http://schemas.openxmlformats.org/officeDocument/2006/relationships" xmlns:p="http://schemas.openxmlformats.org/presentationml/2006/main">
  <p:tag name="KSO_WM_DIAGRAM_VIRTUALLY_FRAME" val="{&quot;height&quot;:494.3860629921261,&quot;left&quot;:388.14984251968497,&quot;top&quot;:37.87527559055118,&quot;width&quot;:505.9774015748033}"/>
</p:tagLst>
</file>

<file path=ppt/tags/tag165.xml><?xml version="1.0" encoding="utf-8"?>
<p:tagLst xmlns:a="http://schemas.openxmlformats.org/drawingml/2006/main" xmlns:r="http://schemas.openxmlformats.org/officeDocument/2006/relationships" xmlns:p="http://schemas.openxmlformats.org/presentationml/2006/main">
  <p:tag name="KSO_WM_DIAGRAM_VIRTUALLY_FRAME" val="{&quot;height&quot;:494.3860629921261,&quot;left&quot;:388.14984251968497,&quot;top&quot;:37.87527559055118,&quot;width&quot;:505.9774015748033}"/>
</p:tagLst>
</file>

<file path=ppt/tags/tag166.xml><?xml version="1.0" encoding="utf-8"?>
<p:tagLst xmlns:a="http://schemas.openxmlformats.org/drawingml/2006/main" xmlns:r="http://schemas.openxmlformats.org/officeDocument/2006/relationships" xmlns:p="http://schemas.openxmlformats.org/presentationml/2006/main">
  <p:tag name="KSO_WM_DIAGRAM_VIRTUALLY_FRAME" val="{&quot;height&quot;:494.3860629921261,&quot;left&quot;:388.14984251968497,&quot;top&quot;:37.87527559055118,&quot;width&quot;:505.9774015748033}"/>
</p:tagLst>
</file>

<file path=ppt/tags/tag167.xml><?xml version="1.0" encoding="utf-8"?>
<p:tagLst xmlns:a="http://schemas.openxmlformats.org/drawingml/2006/main" xmlns:r="http://schemas.openxmlformats.org/officeDocument/2006/relationships" xmlns:p="http://schemas.openxmlformats.org/presentationml/2006/main">
  <p:tag name="KSO_WM_DIAGRAM_VIRTUALLY_FRAME" val="{&quot;height&quot;:494.3860629921261,&quot;left&quot;:388.14984251968497,&quot;top&quot;:37.87527559055118,&quot;width&quot;:505.9774015748033}"/>
</p:tagLst>
</file>

<file path=ppt/tags/tag168.xml><?xml version="1.0" encoding="utf-8"?>
<p:tagLst xmlns:a="http://schemas.openxmlformats.org/drawingml/2006/main" xmlns:r="http://schemas.openxmlformats.org/officeDocument/2006/relationships" xmlns:p="http://schemas.openxmlformats.org/presentationml/2006/main">
  <p:tag name="KSO_WM_DIAGRAM_VIRTUALLY_FRAME" val="{&quot;height&quot;:494.3860629921261,&quot;left&quot;:388.14984251968497,&quot;top&quot;:37.87527559055118,&quot;width&quot;:505.9774015748033}"/>
</p:tagLst>
</file>

<file path=ppt/tags/tag169.xml><?xml version="1.0" encoding="utf-8"?>
<p:tagLst xmlns:a="http://schemas.openxmlformats.org/drawingml/2006/main" xmlns:r="http://schemas.openxmlformats.org/officeDocument/2006/relationships" xmlns:p="http://schemas.openxmlformats.org/presentationml/2006/main">
  <p:tag name="KSO_WM_DIAGRAM_VIRTUALLY_FRAME" val="{&quot;height&quot;:494.3860629921261,&quot;left&quot;:388.14984251968497,&quot;top&quot;:37.87527559055118,&quot;width&quot;:505.9774015748033}"/>
</p:tagLst>
</file>

<file path=ppt/tags/tag170.xml><?xml version="1.0" encoding="utf-8"?>
<p:tagLst xmlns:a="http://schemas.openxmlformats.org/drawingml/2006/main" xmlns:r="http://schemas.openxmlformats.org/officeDocument/2006/relationships" xmlns:p="http://schemas.openxmlformats.org/presentationml/2006/main">
  <p:tag name="KSO_WM_DIAGRAM_VIRTUALLY_FRAME" val="{&quot;height&quot;:494.3860629921261,&quot;left&quot;:388.14984251968497,&quot;top&quot;:37.87527559055118,&quot;width&quot;:505.9774015748033}"/>
</p:tagLst>
</file>

<file path=ppt/tags/tag171.xml><?xml version="1.0" encoding="utf-8"?>
<p:tagLst xmlns:a="http://schemas.openxmlformats.org/drawingml/2006/main" xmlns:r="http://schemas.openxmlformats.org/officeDocument/2006/relationships" xmlns:p="http://schemas.openxmlformats.org/presentationml/2006/main">
  <p:tag name="KSO_WM_DIAGRAM_VIRTUALLY_FRAME" val="{&quot;height&quot;:494.3860629921261,&quot;left&quot;:388.14984251968497,&quot;top&quot;:37.87527559055118,&quot;width&quot;:505.9774015748033}"/>
</p:tagLst>
</file>

<file path=ppt/tags/tag172.xml><?xml version="1.0" encoding="utf-8"?>
<p:tagLst xmlns:a="http://schemas.openxmlformats.org/drawingml/2006/main" xmlns:r="http://schemas.openxmlformats.org/officeDocument/2006/relationships" xmlns:p="http://schemas.openxmlformats.org/presentationml/2006/main">
  <p:tag name="KSO_WM_DIAGRAM_VIRTUALLY_FRAME" val="{&quot;height&quot;:494.3860629921261,&quot;left&quot;:388.14984251968497,&quot;top&quot;:37.87527559055118,&quot;width&quot;:505.9774015748033}"/>
</p:tagLst>
</file>

<file path=ppt/tags/tag173.xml><?xml version="1.0" encoding="utf-8"?>
<p:tagLst xmlns:a="http://schemas.openxmlformats.org/drawingml/2006/main" xmlns:r="http://schemas.openxmlformats.org/officeDocument/2006/relationships" xmlns:p="http://schemas.openxmlformats.org/presentationml/2006/main">
  <p:tag name="KSO_WM_DIAGRAM_VIRTUALLY_FRAME" val="{&quot;height&quot;:494.3860629921261,&quot;left&quot;:388.14984251968497,&quot;top&quot;:37.87527559055118,&quot;width&quot;:505.9774015748033}"/>
</p:tagLst>
</file>

<file path=ppt/tags/tag174.xml><?xml version="1.0" encoding="utf-8"?>
<p:tagLst xmlns:a="http://schemas.openxmlformats.org/drawingml/2006/main" xmlns:r="http://schemas.openxmlformats.org/officeDocument/2006/relationships" xmlns:p="http://schemas.openxmlformats.org/presentationml/2006/main">
  <p:tag name="KSO_WM_DIAGRAM_VIRTUALLY_FRAME" val="{&quot;height&quot;:494.3860629921261,&quot;left&quot;:388.14984251968497,&quot;top&quot;:37.87527559055118,&quot;width&quot;:505.9774015748033}"/>
</p:tagLst>
</file>

<file path=ppt/tags/tag175.xml><?xml version="1.0" encoding="utf-8"?>
<p:tagLst xmlns:a="http://schemas.openxmlformats.org/drawingml/2006/main" xmlns:r="http://schemas.openxmlformats.org/officeDocument/2006/relationships" xmlns:p="http://schemas.openxmlformats.org/presentationml/2006/main">
  <p:tag name="TABLE_ENDDRAG_ORIGIN_RECT" val="738*466"/>
  <p:tag name="TABLE_ENDDRAG_RECT" val="133*14*738*466"/>
</p:tagLst>
</file>

<file path=ppt/tags/tag176.xml><?xml version="1.0" encoding="utf-8"?>
<p:tagLst xmlns:a="http://schemas.openxmlformats.org/drawingml/2006/main" xmlns:r="http://schemas.openxmlformats.org/officeDocument/2006/relationships" xmlns:p="http://schemas.openxmlformats.org/presentationml/2006/main">
  <p:tag name="MH" val="20151121191650"/>
  <p:tag name="MH_LIBRARY" val="GRAPHIC"/>
  <p:tag name="MH_TYPE" val="Other"/>
  <p:tag name="MH_ORDER" val="8"/>
</p:tagLst>
</file>

<file path=ppt/tags/tag177.xml><?xml version="1.0" encoding="utf-8"?>
<p:tagLst xmlns:a="http://schemas.openxmlformats.org/drawingml/2006/main" xmlns:r="http://schemas.openxmlformats.org/officeDocument/2006/relationships" xmlns:p="http://schemas.openxmlformats.org/presentationml/2006/main">
  <p:tag name="MH" val="20151121191650"/>
  <p:tag name="MH_LIBRARY" val="GRAPHIC"/>
  <p:tag name="MH_TYPE" val="Other"/>
  <p:tag name="MH_ORDER" val="8"/>
</p:tagLst>
</file>

<file path=ppt/theme/theme1.xml><?xml version="1.0" encoding="utf-8"?>
<a:theme xmlns:a="http://schemas.openxmlformats.org/drawingml/2006/main" name="Office 主题​​">
  <a:themeElements>
    <a:clrScheme name="蓝绿色">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759</TotalTime>
  <Words>3129</Words>
  <Application>Microsoft Office PowerPoint</Application>
  <PresentationFormat>宽屏</PresentationFormat>
  <Paragraphs>235</Paragraphs>
  <Slides>25</Slides>
  <Notes>25</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25</vt:i4>
      </vt:variant>
    </vt:vector>
  </HeadingPairs>
  <TitlesOfParts>
    <vt:vector size="33" baseType="lpstr">
      <vt:lpstr>Impact MT Std</vt:lpstr>
      <vt:lpstr>等线</vt:lpstr>
      <vt:lpstr>等线 Light</vt:lpstr>
      <vt:lpstr>微软雅黑</vt:lpstr>
      <vt:lpstr>Arial</vt:lpstr>
      <vt:lpstr>Times New Roman</vt:lpstr>
      <vt:lpstr>Office 主题​​</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情缘素材：https://haosc.taobao.com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宋星宇</dc:creator>
  <cp:lastModifiedBy>J Per il Vento che Ti Amo</cp:lastModifiedBy>
  <cp:revision>294</cp:revision>
  <dcterms:created xsi:type="dcterms:W3CDTF">2016-11-24T09:20:00Z</dcterms:created>
  <dcterms:modified xsi:type="dcterms:W3CDTF">2025-09-24T00:41:35Z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MSIP_Label_defa4170-0d19-0005-0004-bc88714345d2_Enabled">
    <vt:lpwstr>true</vt:lpwstr>
  </property>
  <property fmtid="{D5CDD505-2E9C-101B-9397-08002B2CF9AE}" pid="4" name="MSIP_Label_defa4170-0d19-0005-0004-bc88714345d2_SetDate">
    <vt:lpwstr>2025-09-09T07:42:14Z</vt:lpwstr>
  </property>
  <property fmtid="{D5CDD505-2E9C-101B-9397-08002B2CF9AE}" pid="5" name="MSIP_Label_defa4170-0d19-0005-0004-bc88714345d2_Method">
    <vt:lpwstr>Standard</vt:lpwstr>
  </property>
  <property fmtid="{D5CDD505-2E9C-101B-9397-08002B2CF9AE}" pid="6" name="MSIP_Label_defa4170-0d19-0005-0004-bc88714345d2_Name">
    <vt:lpwstr>defa4170-0d19-0005-0004-bc88714345d2</vt:lpwstr>
  </property>
  <property fmtid="{D5CDD505-2E9C-101B-9397-08002B2CF9AE}" pid="7" name="MSIP_Label_defa4170-0d19-0005-0004-bc88714345d2_SiteId">
    <vt:lpwstr>d327d3be-37c0-4329-bd6a-e4ce43ec6386</vt:lpwstr>
  </property>
  <property fmtid="{D5CDD505-2E9C-101B-9397-08002B2CF9AE}" pid="8" name="MSIP_Label_defa4170-0d19-0005-0004-bc88714345d2_ActionId">
    <vt:lpwstr>db6d5db4-8407-4914-abad-bd887f7b5c99</vt:lpwstr>
  </property>
  <property fmtid="{D5CDD505-2E9C-101B-9397-08002B2CF9AE}" pid="9" name="MSIP_Label_defa4170-0d19-0005-0004-bc88714345d2_ContentBits">
    <vt:lpwstr>0</vt:lpwstr>
  </property>
  <property fmtid="{D5CDD505-2E9C-101B-9397-08002B2CF9AE}" pid="10" name="MSIP_Label_defa4170-0d19-0005-0004-bc88714345d2_Tag">
    <vt:lpwstr>10, 3, 0, 1</vt:lpwstr>
  </property>
  <property fmtid="{D5CDD505-2E9C-101B-9397-08002B2CF9AE}" pid="11" name="ICV">
    <vt:lpwstr>DD5D02EB8F9344C490489F7F33F3322D_13</vt:lpwstr>
  </property>
</Properties>
</file>